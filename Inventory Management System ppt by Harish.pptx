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F7CF17-C0E9-47DF-B892-A4DDCE2C5ED8}" v="82" dt="2026-03-27T16:37:48.2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615052-402B-4AA2-86F4-13A005A193EE}" type="doc">
      <dgm:prSet loTypeId="urn:microsoft.com/office/officeart/2005/8/layout/target3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C050F27-5BB7-4EB5-AE8E-5E76E2840641}">
      <dgm:prSet phldrT="[Text]" phldr="0"/>
      <dgm:spPr/>
      <dgm:t>
        <a:bodyPr/>
        <a:lstStyle/>
        <a:p>
          <a:r>
            <a:rPr lang="en-IN" dirty="0"/>
            <a:t>Human mistakes in data entry</a:t>
          </a:r>
        </a:p>
      </dgm:t>
    </dgm:pt>
    <dgm:pt modelId="{EF40BF58-52F7-4797-8FC6-F9C91407988D}" type="parTrans" cxnId="{4ACFDC22-8ED1-4E6A-8C19-8A9BD5E45887}">
      <dgm:prSet/>
      <dgm:spPr/>
      <dgm:t>
        <a:bodyPr/>
        <a:lstStyle/>
        <a:p>
          <a:endParaRPr lang="en-IN"/>
        </a:p>
      </dgm:t>
    </dgm:pt>
    <dgm:pt modelId="{E10C9AC5-3729-42BE-8B3B-3CCC5B3009C3}" type="sibTrans" cxnId="{4ACFDC22-8ED1-4E6A-8C19-8A9BD5E45887}">
      <dgm:prSet/>
      <dgm:spPr/>
      <dgm:t>
        <a:bodyPr/>
        <a:lstStyle/>
        <a:p>
          <a:endParaRPr lang="en-IN"/>
        </a:p>
      </dgm:t>
    </dgm:pt>
    <dgm:pt modelId="{47CC8FCA-6DE5-43BE-9A10-200CD8FB70B3}">
      <dgm:prSet phldrT="[Text]" phldr="0"/>
      <dgm:spPr/>
      <dgm:t>
        <a:bodyPr/>
        <a:lstStyle/>
        <a:p>
          <a:r>
            <a:rPr lang="en-IN" dirty="0"/>
            <a:t>Incorrect stock updates</a:t>
          </a:r>
        </a:p>
      </dgm:t>
    </dgm:pt>
    <dgm:pt modelId="{B26A6CA4-D1E1-459B-AA20-3A841CA8A111}" type="parTrans" cxnId="{BCBBA057-7613-4FB5-9D01-4808FF172F06}">
      <dgm:prSet/>
      <dgm:spPr/>
      <dgm:t>
        <a:bodyPr/>
        <a:lstStyle/>
        <a:p>
          <a:endParaRPr lang="en-IN"/>
        </a:p>
      </dgm:t>
    </dgm:pt>
    <dgm:pt modelId="{BA6C8981-0AD5-49A7-87C0-A2A50AD3980B}" type="sibTrans" cxnId="{BCBBA057-7613-4FB5-9D01-4808FF172F06}">
      <dgm:prSet/>
      <dgm:spPr/>
      <dgm:t>
        <a:bodyPr/>
        <a:lstStyle/>
        <a:p>
          <a:endParaRPr lang="en-IN"/>
        </a:p>
      </dgm:t>
    </dgm:pt>
    <dgm:pt modelId="{EBB400DA-CB55-44D0-8CA6-0E37D3B1CE57}">
      <dgm:prSet phldrT="[Text]" phldr="0"/>
      <dgm:spPr/>
      <dgm:t>
        <a:bodyPr/>
        <a:lstStyle/>
        <a:p>
          <a:r>
            <a:rPr lang="en-IN" dirty="0"/>
            <a:t>No Real-Time Tracking</a:t>
          </a:r>
        </a:p>
        <a:p>
          <a:endParaRPr lang="en-IN" dirty="0"/>
        </a:p>
      </dgm:t>
    </dgm:pt>
    <dgm:pt modelId="{5605E7C5-7211-473F-A724-C7DCA4CBC238}" type="parTrans" cxnId="{E5EE1A99-F3A1-4ED6-AFD7-A53C6597A0EF}">
      <dgm:prSet/>
      <dgm:spPr/>
      <dgm:t>
        <a:bodyPr/>
        <a:lstStyle/>
        <a:p>
          <a:endParaRPr lang="en-IN"/>
        </a:p>
      </dgm:t>
    </dgm:pt>
    <dgm:pt modelId="{C46F5103-FF03-4EB3-BC2D-CA122CE9E2CB}" type="sibTrans" cxnId="{E5EE1A99-F3A1-4ED6-AFD7-A53C6597A0EF}">
      <dgm:prSet/>
      <dgm:spPr/>
      <dgm:t>
        <a:bodyPr/>
        <a:lstStyle/>
        <a:p>
          <a:endParaRPr lang="en-IN"/>
        </a:p>
      </dgm:t>
    </dgm:pt>
    <dgm:pt modelId="{B770E3F5-BF3D-4CE6-A724-8EE85AECD4FE}">
      <dgm:prSet phldrT="[Text]" phldr="0"/>
      <dgm:spPr/>
      <dgm:t>
        <a:bodyPr/>
        <a:lstStyle/>
        <a:p>
          <a:r>
            <a:rPr lang="en-IN" dirty="0"/>
            <a:t>Delay in stock updates</a:t>
          </a:r>
        </a:p>
      </dgm:t>
    </dgm:pt>
    <dgm:pt modelId="{55A9DC68-7D43-4286-BB0D-F8E2CFFA2AE3}" type="parTrans" cxnId="{7D4F88D0-29B3-4B12-9EDC-2760E4A8F326}">
      <dgm:prSet/>
      <dgm:spPr/>
      <dgm:t>
        <a:bodyPr/>
        <a:lstStyle/>
        <a:p>
          <a:endParaRPr lang="en-IN"/>
        </a:p>
      </dgm:t>
    </dgm:pt>
    <dgm:pt modelId="{AC974DFB-1927-4F99-9675-542B98A93CA4}" type="sibTrans" cxnId="{7D4F88D0-29B3-4B12-9EDC-2760E4A8F326}">
      <dgm:prSet/>
      <dgm:spPr/>
      <dgm:t>
        <a:bodyPr/>
        <a:lstStyle/>
        <a:p>
          <a:endParaRPr lang="en-IN"/>
        </a:p>
      </dgm:t>
    </dgm:pt>
    <dgm:pt modelId="{63A4F8CE-766B-412C-BDEF-9E554AB5A3B4}">
      <dgm:prSet phldrT="[Text]" phldr="0"/>
      <dgm:spPr/>
      <dgm:t>
        <a:bodyPr/>
        <a:lstStyle/>
        <a:p>
          <a:r>
            <a:rPr lang="en-IN" dirty="0"/>
            <a:t>No live inventory visibility</a:t>
          </a:r>
        </a:p>
      </dgm:t>
    </dgm:pt>
    <dgm:pt modelId="{EDBBCABB-EB7F-4C1E-97ED-6981FC15A121}" type="parTrans" cxnId="{2110B875-CC09-43A4-B055-72B5B4F52CC2}">
      <dgm:prSet/>
      <dgm:spPr/>
      <dgm:t>
        <a:bodyPr/>
        <a:lstStyle/>
        <a:p>
          <a:endParaRPr lang="en-IN"/>
        </a:p>
      </dgm:t>
    </dgm:pt>
    <dgm:pt modelId="{0C50FFC0-0FF9-403E-BE83-2B2273F4F43D}" type="sibTrans" cxnId="{2110B875-CC09-43A4-B055-72B5B4F52CC2}">
      <dgm:prSet/>
      <dgm:spPr/>
      <dgm:t>
        <a:bodyPr/>
        <a:lstStyle/>
        <a:p>
          <a:endParaRPr lang="en-IN"/>
        </a:p>
      </dgm:t>
    </dgm:pt>
    <dgm:pt modelId="{E0A8B3BE-A066-417E-B7A5-EDD82E9A1B51}">
      <dgm:prSet phldrT="[Text]" phldr="0"/>
      <dgm:spPr/>
      <dgm:t>
        <a:bodyPr/>
        <a:lstStyle/>
        <a:p>
          <a:r>
            <a:rPr lang="en-IN" dirty="0"/>
            <a:t>Data Inconsistency</a:t>
          </a:r>
        </a:p>
      </dgm:t>
    </dgm:pt>
    <dgm:pt modelId="{C8925184-2C7C-49C7-B0EC-C58E3F486D3A}" type="parTrans" cxnId="{226DC46F-4A8B-4C45-92C2-51C6C99DE370}">
      <dgm:prSet/>
      <dgm:spPr/>
      <dgm:t>
        <a:bodyPr/>
        <a:lstStyle/>
        <a:p>
          <a:endParaRPr lang="en-IN"/>
        </a:p>
      </dgm:t>
    </dgm:pt>
    <dgm:pt modelId="{5B30B0F4-3640-4B36-954C-074694412DCB}" type="sibTrans" cxnId="{226DC46F-4A8B-4C45-92C2-51C6C99DE370}">
      <dgm:prSet/>
      <dgm:spPr/>
      <dgm:t>
        <a:bodyPr/>
        <a:lstStyle/>
        <a:p>
          <a:endParaRPr lang="en-IN"/>
        </a:p>
      </dgm:t>
    </dgm:pt>
    <dgm:pt modelId="{6EAF02A0-3FE0-41C1-869D-E37A1D54A3F3}">
      <dgm:prSet phldrT="[Text]" phldr="0"/>
      <dgm:spPr/>
      <dgm:t>
        <a:bodyPr/>
        <a:lstStyle/>
        <a:p>
          <a:r>
            <a:rPr lang="en-IN" dirty="0"/>
            <a:t>Mismatch in Records</a:t>
          </a:r>
        </a:p>
      </dgm:t>
    </dgm:pt>
    <dgm:pt modelId="{A8E0895C-6518-47A2-AB5C-72F6B3C26C79}" type="parTrans" cxnId="{0083F118-9249-4D32-B091-FA1969940429}">
      <dgm:prSet/>
      <dgm:spPr/>
      <dgm:t>
        <a:bodyPr/>
        <a:lstStyle/>
        <a:p>
          <a:endParaRPr lang="en-IN"/>
        </a:p>
      </dgm:t>
    </dgm:pt>
    <dgm:pt modelId="{B39FA207-933E-4C40-B41F-F688B0B3863C}" type="sibTrans" cxnId="{0083F118-9249-4D32-B091-FA1969940429}">
      <dgm:prSet/>
      <dgm:spPr/>
      <dgm:t>
        <a:bodyPr/>
        <a:lstStyle/>
        <a:p>
          <a:endParaRPr lang="en-IN"/>
        </a:p>
      </dgm:t>
    </dgm:pt>
    <dgm:pt modelId="{998845F5-BE99-4459-B4BC-BF9B39D389C2}">
      <dgm:prSet phldrT="[Text]" phldr="0"/>
      <dgm:spPr/>
      <dgm:t>
        <a:bodyPr/>
        <a:lstStyle/>
        <a:p>
          <a:r>
            <a:rPr lang="en-IN" dirty="0"/>
            <a:t>Duplicate or missing data</a:t>
          </a:r>
        </a:p>
      </dgm:t>
    </dgm:pt>
    <dgm:pt modelId="{D48B9278-9B6D-4C8C-9D3D-193F1CEF50A6}" type="parTrans" cxnId="{FA77867D-8A72-4AE6-8EF5-48C740AF6B3F}">
      <dgm:prSet/>
      <dgm:spPr/>
      <dgm:t>
        <a:bodyPr/>
        <a:lstStyle/>
        <a:p>
          <a:endParaRPr lang="en-IN"/>
        </a:p>
      </dgm:t>
    </dgm:pt>
    <dgm:pt modelId="{C2BD7CA2-A451-4872-9CD1-E19CBF2B0064}" type="sibTrans" cxnId="{FA77867D-8A72-4AE6-8EF5-48C740AF6B3F}">
      <dgm:prSet/>
      <dgm:spPr/>
      <dgm:t>
        <a:bodyPr/>
        <a:lstStyle/>
        <a:p>
          <a:endParaRPr lang="en-IN"/>
        </a:p>
      </dgm:t>
    </dgm:pt>
    <dgm:pt modelId="{5F60739A-6353-440A-A3AE-E5432283C3ED}">
      <dgm:prSet phldrT="[Text]" phldr="0"/>
      <dgm:spPr/>
      <dgm:t>
        <a:bodyPr/>
        <a:lstStyle/>
        <a:p>
          <a:r>
            <a:rPr lang="en-IN" dirty="0"/>
            <a:t>Manual Errors</a:t>
          </a:r>
        </a:p>
      </dgm:t>
    </dgm:pt>
    <dgm:pt modelId="{948D48AD-4B05-478A-9943-C9503329C088}" type="sibTrans" cxnId="{17E2C6F7-73BE-4052-ACFB-E2068ECC179D}">
      <dgm:prSet/>
      <dgm:spPr/>
      <dgm:t>
        <a:bodyPr/>
        <a:lstStyle/>
        <a:p>
          <a:endParaRPr lang="en-IN"/>
        </a:p>
      </dgm:t>
    </dgm:pt>
    <dgm:pt modelId="{D2B65873-E3AA-484A-9D13-39B9B42E05A8}" type="parTrans" cxnId="{17E2C6F7-73BE-4052-ACFB-E2068ECC179D}">
      <dgm:prSet/>
      <dgm:spPr/>
      <dgm:t>
        <a:bodyPr/>
        <a:lstStyle/>
        <a:p>
          <a:endParaRPr lang="en-IN"/>
        </a:p>
      </dgm:t>
    </dgm:pt>
    <dgm:pt modelId="{F151D73C-A34D-4B87-9DF9-DB626B58DBBF}">
      <dgm:prSet/>
      <dgm:spPr/>
      <dgm:t>
        <a:bodyPr/>
        <a:lstStyle/>
        <a:p>
          <a:r>
            <a:rPr lang="en-IN" dirty="0"/>
            <a:t>No Alerts</a:t>
          </a:r>
        </a:p>
      </dgm:t>
    </dgm:pt>
    <dgm:pt modelId="{C7379165-F4CF-4E2C-A5B9-02B3906B3162}" type="parTrans" cxnId="{E0868688-2CA2-489B-8B57-D7271C02B4F9}">
      <dgm:prSet/>
      <dgm:spPr/>
      <dgm:t>
        <a:bodyPr/>
        <a:lstStyle/>
        <a:p>
          <a:endParaRPr lang="en-IN"/>
        </a:p>
      </dgm:t>
    </dgm:pt>
    <dgm:pt modelId="{8C304005-6FDA-4C3D-904A-EF1F12D9C3D1}" type="sibTrans" cxnId="{E0868688-2CA2-489B-8B57-D7271C02B4F9}">
      <dgm:prSet/>
      <dgm:spPr/>
      <dgm:t>
        <a:bodyPr/>
        <a:lstStyle/>
        <a:p>
          <a:endParaRPr lang="en-IN"/>
        </a:p>
      </dgm:t>
    </dgm:pt>
    <dgm:pt modelId="{2850F9E2-92AC-4152-93FB-1C95A9A91A8A}">
      <dgm:prSet/>
      <dgm:spPr/>
      <dgm:t>
        <a:bodyPr/>
        <a:lstStyle/>
        <a:p>
          <a:r>
            <a:rPr lang="en-IN" dirty="0"/>
            <a:t>No low stock notification</a:t>
          </a:r>
        </a:p>
      </dgm:t>
    </dgm:pt>
    <dgm:pt modelId="{21487BD1-EE3B-4C28-AA0F-8B8730BE92D4}" type="parTrans" cxnId="{C321EB9F-C659-4915-A913-CA44D9228397}">
      <dgm:prSet/>
      <dgm:spPr/>
      <dgm:t>
        <a:bodyPr/>
        <a:lstStyle/>
        <a:p>
          <a:endParaRPr lang="en-IN"/>
        </a:p>
      </dgm:t>
    </dgm:pt>
    <dgm:pt modelId="{24079BBF-601C-4430-9A33-45FF10A15B65}" type="sibTrans" cxnId="{C321EB9F-C659-4915-A913-CA44D9228397}">
      <dgm:prSet/>
      <dgm:spPr/>
      <dgm:t>
        <a:bodyPr/>
        <a:lstStyle/>
        <a:p>
          <a:endParaRPr lang="en-IN"/>
        </a:p>
      </dgm:t>
    </dgm:pt>
    <dgm:pt modelId="{332D8EA4-9C9B-4535-981A-9BBAF9F950BC}">
      <dgm:prSet/>
      <dgm:spPr/>
      <dgm:t>
        <a:bodyPr/>
        <a:lstStyle/>
        <a:p>
          <a:r>
            <a:rPr lang="en-IN" dirty="0"/>
            <a:t>Risk of stock  shortage</a:t>
          </a:r>
        </a:p>
      </dgm:t>
    </dgm:pt>
    <dgm:pt modelId="{8A545D50-FA75-4DF2-A102-BD28C0C69471}" type="parTrans" cxnId="{736D91BF-EF2A-49E2-8F8A-D6499CE9CBB0}">
      <dgm:prSet/>
      <dgm:spPr/>
      <dgm:t>
        <a:bodyPr/>
        <a:lstStyle/>
        <a:p>
          <a:endParaRPr lang="en-IN"/>
        </a:p>
      </dgm:t>
    </dgm:pt>
    <dgm:pt modelId="{3BDB6A2B-66CA-4BF4-9DAF-4E8EA27122A7}" type="sibTrans" cxnId="{736D91BF-EF2A-49E2-8F8A-D6499CE9CBB0}">
      <dgm:prSet/>
      <dgm:spPr/>
      <dgm:t>
        <a:bodyPr/>
        <a:lstStyle/>
        <a:p>
          <a:endParaRPr lang="en-IN"/>
        </a:p>
      </dgm:t>
    </dgm:pt>
    <dgm:pt modelId="{8C19FDF3-9CD7-4118-94BA-30EE8D383823}" type="pres">
      <dgm:prSet presAssocID="{B3615052-402B-4AA2-86F4-13A005A193EE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BCF1656E-1162-4356-8E66-9BE5BAFC2171}" type="pres">
      <dgm:prSet presAssocID="{5F60739A-6353-440A-A3AE-E5432283C3ED}" presName="circle1" presStyleLbl="node1" presStyleIdx="0" presStyleCnt="4"/>
      <dgm:spPr/>
    </dgm:pt>
    <dgm:pt modelId="{0050B9FE-EDEA-4BFB-8700-C4DA9BE60928}" type="pres">
      <dgm:prSet presAssocID="{5F60739A-6353-440A-A3AE-E5432283C3ED}" presName="space" presStyleCnt="0"/>
      <dgm:spPr/>
    </dgm:pt>
    <dgm:pt modelId="{EAC9B7AC-4EB0-4DEB-B525-E6F8F1FD64EB}" type="pres">
      <dgm:prSet presAssocID="{5F60739A-6353-440A-A3AE-E5432283C3ED}" presName="rect1" presStyleLbl="alignAcc1" presStyleIdx="0" presStyleCnt="4" custLinFactNeighborX="3590" custLinFactNeighborY="-2074"/>
      <dgm:spPr/>
    </dgm:pt>
    <dgm:pt modelId="{E68D1AD6-21D0-4C9C-BB9A-230C8E7AD203}" type="pres">
      <dgm:prSet presAssocID="{EBB400DA-CB55-44D0-8CA6-0E37D3B1CE57}" presName="vertSpace2" presStyleLbl="node1" presStyleIdx="0" presStyleCnt="4"/>
      <dgm:spPr/>
    </dgm:pt>
    <dgm:pt modelId="{C9D21115-30DB-4639-B12C-39D39204520C}" type="pres">
      <dgm:prSet presAssocID="{EBB400DA-CB55-44D0-8CA6-0E37D3B1CE57}" presName="circle2" presStyleLbl="node1" presStyleIdx="1" presStyleCnt="4"/>
      <dgm:spPr/>
    </dgm:pt>
    <dgm:pt modelId="{F2EE8ABA-18DE-4956-921B-231FE69D6AFF}" type="pres">
      <dgm:prSet presAssocID="{EBB400DA-CB55-44D0-8CA6-0E37D3B1CE57}" presName="rect2" presStyleLbl="alignAcc1" presStyleIdx="1" presStyleCnt="4"/>
      <dgm:spPr/>
    </dgm:pt>
    <dgm:pt modelId="{809DE308-1EBC-4A73-A154-9E0BD9F0E66D}" type="pres">
      <dgm:prSet presAssocID="{E0A8B3BE-A066-417E-B7A5-EDD82E9A1B51}" presName="vertSpace3" presStyleLbl="node1" presStyleIdx="1" presStyleCnt="4"/>
      <dgm:spPr/>
    </dgm:pt>
    <dgm:pt modelId="{6129FAC0-E364-4D2D-91A7-B9688EDBCBBD}" type="pres">
      <dgm:prSet presAssocID="{E0A8B3BE-A066-417E-B7A5-EDD82E9A1B51}" presName="circle3" presStyleLbl="node1" presStyleIdx="2" presStyleCnt="4"/>
      <dgm:spPr/>
    </dgm:pt>
    <dgm:pt modelId="{855439C0-4145-463D-8220-CF9E5DDCCB1F}" type="pres">
      <dgm:prSet presAssocID="{E0A8B3BE-A066-417E-B7A5-EDD82E9A1B51}" presName="rect3" presStyleLbl="alignAcc1" presStyleIdx="2" presStyleCnt="4"/>
      <dgm:spPr/>
    </dgm:pt>
    <dgm:pt modelId="{C14CD22E-BFE5-4705-8B0F-93F076FB4979}" type="pres">
      <dgm:prSet presAssocID="{F151D73C-A34D-4B87-9DF9-DB626B58DBBF}" presName="vertSpace4" presStyleLbl="node1" presStyleIdx="2" presStyleCnt="4"/>
      <dgm:spPr/>
    </dgm:pt>
    <dgm:pt modelId="{E27B588B-B469-4EF6-83A0-4E03474A4252}" type="pres">
      <dgm:prSet presAssocID="{F151D73C-A34D-4B87-9DF9-DB626B58DBBF}" presName="circle4" presStyleLbl="node1" presStyleIdx="3" presStyleCnt="4"/>
      <dgm:spPr/>
    </dgm:pt>
    <dgm:pt modelId="{0DED2D33-EF95-41DB-B391-78A86DB66F65}" type="pres">
      <dgm:prSet presAssocID="{F151D73C-A34D-4B87-9DF9-DB626B58DBBF}" presName="rect4" presStyleLbl="alignAcc1" presStyleIdx="3" presStyleCnt="4"/>
      <dgm:spPr/>
    </dgm:pt>
    <dgm:pt modelId="{967062E8-C8D8-4F1E-8222-D0DE5E772AF0}" type="pres">
      <dgm:prSet presAssocID="{5F60739A-6353-440A-A3AE-E5432283C3ED}" presName="rect1ParTx" presStyleLbl="alignAcc1" presStyleIdx="3" presStyleCnt="4">
        <dgm:presLayoutVars>
          <dgm:chMax val="1"/>
          <dgm:bulletEnabled val="1"/>
        </dgm:presLayoutVars>
      </dgm:prSet>
      <dgm:spPr/>
    </dgm:pt>
    <dgm:pt modelId="{3A237D9A-22D3-4DB9-BC47-8F4739637C67}" type="pres">
      <dgm:prSet presAssocID="{5F60739A-6353-440A-A3AE-E5432283C3ED}" presName="rect1ChTx" presStyleLbl="alignAcc1" presStyleIdx="3" presStyleCnt="4">
        <dgm:presLayoutVars>
          <dgm:bulletEnabled val="1"/>
        </dgm:presLayoutVars>
      </dgm:prSet>
      <dgm:spPr/>
    </dgm:pt>
    <dgm:pt modelId="{33C115E3-CC68-44AE-A210-3D4066EBCA98}" type="pres">
      <dgm:prSet presAssocID="{EBB400DA-CB55-44D0-8CA6-0E37D3B1CE57}" presName="rect2ParTx" presStyleLbl="alignAcc1" presStyleIdx="3" presStyleCnt="4">
        <dgm:presLayoutVars>
          <dgm:chMax val="1"/>
          <dgm:bulletEnabled val="1"/>
        </dgm:presLayoutVars>
      </dgm:prSet>
      <dgm:spPr/>
    </dgm:pt>
    <dgm:pt modelId="{C7B43CFE-38A0-4495-BAE0-1D9372A03198}" type="pres">
      <dgm:prSet presAssocID="{EBB400DA-CB55-44D0-8CA6-0E37D3B1CE57}" presName="rect2ChTx" presStyleLbl="alignAcc1" presStyleIdx="3" presStyleCnt="4">
        <dgm:presLayoutVars>
          <dgm:bulletEnabled val="1"/>
        </dgm:presLayoutVars>
      </dgm:prSet>
      <dgm:spPr/>
    </dgm:pt>
    <dgm:pt modelId="{966F7E61-F823-4726-A1BE-E4BD0190DB55}" type="pres">
      <dgm:prSet presAssocID="{E0A8B3BE-A066-417E-B7A5-EDD82E9A1B51}" presName="rect3ParTx" presStyleLbl="alignAcc1" presStyleIdx="3" presStyleCnt="4">
        <dgm:presLayoutVars>
          <dgm:chMax val="1"/>
          <dgm:bulletEnabled val="1"/>
        </dgm:presLayoutVars>
      </dgm:prSet>
      <dgm:spPr/>
    </dgm:pt>
    <dgm:pt modelId="{17D1DAB8-C5A0-471E-BA34-DC12B1E91615}" type="pres">
      <dgm:prSet presAssocID="{E0A8B3BE-A066-417E-B7A5-EDD82E9A1B51}" presName="rect3ChTx" presStyleLbl="alignAcc1" presStyleIdx="3" presStyleCnt="4">
        <dgm:presLayoutVars>
          <dgm:bulletEnabled val="1"/>
        </dgm:presLayoutVars>
      </dgm:prSet>
      <dgm:spPr/>
    </dgm:pt>
    <dgm:pt modelId="{86477011-E116-46A3-ABF6-E3BD46F2EAC5}" type="pres">
      <dgm:prSet presAssocID="{F151D73C-A34D-4B87-9DF9-DB626B58DBBF}" presName="rect4ParTx" presStyleLbl="alignAcc1" presStyleIdx="3" presStyleCnt="4">
        <dgm:presLayoutVars>
          <dgm:chMax val="1"/>
          <dgm:bulletEnabled val="1"/>
        </dgm:presLayoutVars>
      </dgm:prSet>
      <dgm:spPr/>
    </dgm:pt>
    <dgm:pt modelId="{7E193C06-7F99-41D9-A3D9-03BAFBC837B7}" type="pres">
      <dgm:prSet presAssocID="{F151D73C-A34D-4B87-9DF9-DB626B58DBBF}" presName="rect4ChTx" presStyleLbl="alignAcc1" presStyleIdx="3" presStyleCnt="4">
        <dgm:presLayoutVars>
          <dgm:bulletEnabled val="1"/>
        </dgm:presLayoutVars>
      </dgm:prSet>
      <dgm:spPr/>
    </dgm:pt>
  </dgm:ptLst>
  <dgm:cxnLst>
    <dgm:cxn modelId="{0083F118-9249-4D32-B091-FA1969940429}" srcId="{E0A8B3BE-A066-417E-B7A5-EDD82E9A1B51}" destId="{6EAF02A0-3FE0-41C1-869D-E37A1D54A3F3}" srcOrd="0" destOrd="0" parTransId="{A8E0895C-6518-47A2-AB5C-72F6B3C26C79}" sibTransId="{B39FA207-933E-4C40-B41F-F688B0B3863C}"/>
    <dgm:cxn modelId="{87AA1B1C-35E4-49E8-8B2D-C5A15FE361AF}" type="presOf" srcId="{47CC8FCA-6DE5-43BE-9A10-200CD8FB70B3}" destId="{3A237D9A-22D3-4DB9-BC47-8F4739637C67}" srcOrd="0" destOrd="1" presId="urn:microsoft.com/office/officeart/2005/8/layout/target3"/>
    <dgm:cxn modelId="{4ACFDC22-8ED1-4E6A-8C19-8A9BD5E45887}" srcId="{5F60739A-6353-440A-A3AE-E5432283C3ED}" destId="{1C050F27-5BB7-4EB5-AE8E-5E76E2840641}" srcOrd="0" destOrd="0" parTransId="{EF40BF58-52F7-4797-8FC6-F9C91407988D}" sibTransId="{E10C9AC5-3729-42BE-8B3B-3CCC5B3009C3}"/>
    <dgm:cxn modelId="{5A62D525-4B6B-455D-AB13-D8661CA43A36}" type="presOf" srcId="{B3615052-402B-4AA2-86F4-13A005A193EE}" destId="{8C19FDF3-9CD7-4118-94BA-30EE8D383823}" srcOrd="0" destOrd="0" presId="urn:microsoft.com/office/officeart/2005/8/layout/target3"/>
    <dgm:cxn modelId="{EF91622D-B37F-4C24-B5AD-2A83CE6B4FDD}" type="presOf" srcId="{5F60739A-6353-440A-A3AE-E5432283C3ED}" destId="{EAC9B7AC-4EB0-4DEB-B525-E6F8F1FD64EB}" srcOrd="0" destOrd="0" presId="urn:microsoft.com/office/officeart/2005/8/layout/target3"/>
    <dgm:cxn modelId="{FA27A535-8A3A-4EE1-900B-29809F69EABF}" type="presOf" srcId="{E0A8B3BE-A066-417E-B7A5-EDD82E9A1B51}" destId="{855439C0-4145-463D-8220-CF9E5DDCCB1F}" srcOrd="0" destOrd="0" presId="urn:microsoft.com/office/officeart/2005/8/layout/target3"/>
    <dgm:cxn modelId="{AE654A39-22FF-4E4A-9F11-A378D12BA457}" type="presOf" srcId="{E0A8B3BE-A066-417E-B7A5-EDD82E9A1B51}" destId="{966F7E61-F823-4726-A1BE-E4BD0190DB55}" srcOrd="1" destOrd="0" presId="urn:microsoft.com/office/officeart/2005/8/layout/target3"/>
    <dgm:cxn modelId="{778F1348-E293-4F2C-8D2E-0EC5EEA6130D}" type="presOf" srcId="{F151D73C-A34D-4B87-9DF9-DB626B58DBBF}" destId="{0DED2D33-EF95-41DB-B391-78A86DB66F65}" srcOrd="0" destOrd="0" presId="urn:microsoft.com/office/officeart/2005/8/layout/target3"/>
    <dgm:cxn modelId="{226DC46F-4A8B-4C45-92C2-51C6C99DE370}" srcId="{B3615052-402B-4AA2-86F4-13A005A193EE}" destId="{E0A8B3BE-A066-417E-B7A5-EDD82E9A1B51}" srcOrd="2" destOrd="0" parTransId="{C8925184-2C7C-49C7-B0EC-C58E3F486D3A}" sibTransId="{5B30B0F4-3640-4B36-954C-074694412DCB}"/>
    <dgm:cxn modelId="{7AB1A072-B058-41D4-AE27-994F968EBDC1}" type="presOf" srcId="{998845F5-BE99-4459-B4BC-BF9B39D389C2}" destId="{17D1DAB8-C5A0-471E-BA34-DC12B1E91615}" srcOrd="0" destOrd="1" presId="urn:microsoft.com/office/officeart/2005/8/layout/target3"/>
    <dgm:cxn modelId="{2110B875-CC09-43A4-B055-72B5B4F52CC2}" srcId="{EBB400DA-CB55-44D0-8CA6-0E37D3B1CE57}" destId="{63A4F8CE-766B-412C-BDEF-9E554AB5A3B4}" srcOrd="1" destOrd="0" parTransId="{EDBBCABB-EB7F-4C1E-97ED-6981FC15A121}" sibTransId="{0C50FFC0-0FF9-403E-BE83-2B2273F4F43D}"/>
    <dgm:cxn modelId="{C5BB7477-71AE-41B4-A184-7735B3497506}" type="presOf" srcId="{1C050F27-5BB7-4EB5-AE8E-5E76E2840641}" destId="{3A237D9A-22D3-4DB9-BC47-8F4739637C67}" srcOrd="0" destOrd="0" presId="urn:microsoft.com/office/officeart/2005/8/layout/target3"/>
    <dgm:cxn modelId="{BCBBA057-7613-4FB5-9D01-4808FF172F06}" srcId="{5F60739A-6353-440A-A3AE-E5432283C3ED}" destId="{47CC8FCA-6DE5-43BE-9A10-200CD8FB70B3}" srcOrd="1" destOrd="0" parTransId="{B26A6CA4-D1E1-459B-AA20-3A841CA8A111}" sibTransId="{BA6C8981-0AD5-49A7-87C0-A2A50AD3980B}"/>
    <dgm:cxn modelId="{38DDB977-1CA7-4B0A-B4E1-8C020E6F053C}" type="presOf" srcId="{332D8EA4-9C9B-4535-981A-9BBAF9F950BC}" destId="{7E193C06-7F99-41D9-A3D9-03BAFBC837B7}" srcOrd="0" destOrd="1" presId="urn:microsoft.com/office/officeart/2005/8/layout/target3"/>
    <dgm:cxn modelId="{FA77867D-8A72-4AE6-8EF5-48C740AF6B3F}" srcId="{E0A8B3BE-A066-417E-B7A5-EDD82E9A1B51}" destId="{998845F5-BE99-4459-B4BC-BF9B39D389C2}" srcOrd="1" destOrd="0" parTransId="{D48B9278-9B6D-4C8C-9D3D-193F1CEF50A6}" sibTransId="{C2BD7CA2-A451-4872-9CD1-E19CBF2B0064}"/>
    <dgm:cxn modelId="{8ED3FB7D-EBBB-4C77-9813-4B004C392914}" type="presOf" srcId="{5F60739A-6353-440A-A3AE-E5432283C3ED}" destId="{967062E8-C8D8-4F1E-8222-D0DE5E772AF0}" srcOrd="1" destOrd="0" presId="urn:microsoft.com/office/officeart/2005/8/layout/target3"/>
    <dgm:cxn modelId="{AC90ED84-E26C-4D3B-802A-84D3A0031A7D}" type="presOf" srcId="{6EAF02A0-3FE0-41C1-869D-E37A1D54A3F3}" destId="{17D1DAB8-C5A0-471E-BA34-DC12B1E91615}" srcOrd="0" destOrd="0" presId="urn:microsoft.com/office/officeart/2005/8/layout/target3"/>
    <dgm:cxn modelId="{E0868688-2CA2-489B-8B57-D7271C02B4F9}" srcId="{B3615052-402B-4AA2-86F4-13A005A193EE}" destId="{F151D73C-A34D-4B87-9DF9-DB626B58DBBF}" srcOrd="3" destOrd="0" parTransId="{C7379165-F4CF-4E2C-A5B9-02B3906B3162}" sibTransId="{8C304005-6FDA-4C3D-904A-EF1F12D9C3D1}"/>
    <dgm:cxn modelId="{E824CE90-1940-4CD4-BE5C-0C3D0B2B9282}" type="presOf" srcId="{F151D73C-A34D-4B87-9DF9-DB626B58DBBF}" destId="{86477011-E116-46A3-ABF6-E3BD46F2EAC5}" srcOrd="1" destOrd="0" presId="urn:microsoft.com/office/officeart/2005/8/layout/target3"/>
    <dgm:cxn modelId="{E5EE1A99-F3A1-4ED6-AFD7-A53C6597A0EF}" srcId="{B3615052-402B-4AA2-86F4-13A005A193EE}" destId="{EBB400DA-CB55-44D0-8CA6-0E37D3B1CE57}" srcOrd="1" destOrd="0" parTransId="{5605E7C5-7211-473F-A724-C7DCA4CBC238}" sibTransId="{C46F5103-FF03-4EB3-BC2D-CA122CE9E2CB}"/>
    <dgm:cxn modelId="{F041E49E-5807-40D3-80D6-B8D56B6B9733}" type="presOf" srcId="{2850F9E2-92AC-4152-93FB-1C95A9A91A8A}" destId="{7E193C06-7F99-41D9-A3D9-03BAFBC837B7}" srcOrd="0" destOrd="0" presId="urn:microsoft.com/office/officeart/2005/8/layout/target3"/>
    <dgm:cxn modelId="{C321EB9F-C659-4915-A913-CA44D9228397}" srcId="{F151D73C-A34D-4B87-9DF9-DB626B58DBBF}" destId="{2850F9E2-92AC-4152-93FB-1C95A9A91A8A}" srcOrd="0" destOrd="0" parTransId="{21487BD1-EE3B-4C28-AA0F-8B8730BE92D4}" sibTransId="{24079BBF-601C-4430-9A33-45FF10A15B65}"/>
    <dgm:cxn modelId="{57D2FEA2-4B57-462F-B376-57EE7CB37EA0}" type="presOf" srcId="{EBB400DA-CB55-44D0-8CA6-0E37D3B1CE57}" destId="{33C115E3-CC68-44AE-A210-3D4066EBCA98}" srcOrd="1" destOrd="0" presId="urn:microsoft.com/office/officeart/2005/8/layout/target3"/>
    <dgm:cxn modelId="{0B21EEA9-3D55-44C1-AC09-09A0F5AC2C5A}" type="presOf" srcId="{EBB400DA-CB55-44D0-8CA6-0E37D3B1CE57}" destId="{F2EE8ABA-18DE-4956-921B-231FE69D6AFF}" srcOrd="0" destOrd="0" presId="urn:microsoft.com/office/officeart/2005/8/layout/target3"/>
    <dgm:cxn modelId="{F1D72EBB-F676-4D13-B1A8-7580ADCA1BD2}" type="presOf" srcId="{B770E3F5-BF3D-4CE6-A724-8EE85AECD4FE}" destId="{C7B43CFE-38A0-4495-BAE0-1D9372A03198}" srcOrd="0" destOrd="0" presId="urn:microsoft.com/office/officeart/2005/8/layout/target3"/>
    <dgm:cxn modelId="{736D91BF-EF2A-49E2-8F8A-D6499CE9CBB0}" srcId="{F151D73C-A34D-4B87-9DF9-DB626B58DBBF}" destId="{332D8EA4-9C9B-4535-981A-9BBAF9F950BC}" srcOrd="1" destOrd="0" parTransId="{8A545D50-FA75-4DF2-A102-BD28C0C69471}" sibTransId="{3BDB6A2B-66CA-4BF4-9DAF-4E8EA27122A7}"/>
    <dgm:cxn modelId="{7D4F88D0-29B3-4B12-9EDC-2760E4A8F326}" srcId="{EBB400DA-CB55-44D0-8CA6-0E37D3B1CE57}" destId="{B770E3F5-BF3D-4CE6-A724-8EE85AECD4FE}" srcOrd="0" destOrd="0" parTransId="{55A9DC68-7D43-4286-BB0D-F8E2CFFA2AE3}" sibTransId="{AC974DFB-1927-4F99-9675-542B98A93CA4}"/>
    <dgm:cxn modelId="{6FDF19F5-A981-46FC-B6E4-14EE58C407C7}" type="presOf" srcId="{63A4F8CE-766B-412C-BDEF-9E554AB5A3B4}" destId="{C7B43CFE-38A0-4495-BAE0-1D9372A03198}" srcOrd="0" destOrd="1" presId="urn:microsoft.com/office/officeart/2005/8/layout/target3"/>
    <dgm:cxn modelId="{17E2C6F7-73BE-4052-ACFB-E2068ECC179D}" srcId="{B3615052-402B-4AA2-86F4-13A005A193EE}" destId="{5F60739A-6353-440A-A3AE-E5432283C3ED}" srcOrd="0" destOrd="0" parTransId="{D2B65873-E3AA-484A-9D13-39B9B42E05A8}" sibTransId="{948D48AD-4B05-478A-9943-C9503329C088}"/>
    <dgm:cxn modelId="{109F062D-2EBF-4CFA-A025-8F42D3B52F0D}" type="presParOf" srcId="{8C19FDF3-9CD7-4118-94BA-30EE8D383823}" destId="{BCF1656E-1162-4356-8E66-9BE5BAFC2171}" srcOrd="0" destOrd="0" presId="urn:microsoft.com/office/officeart/2005/8/layout/target3"/>
    <dgm:cxn modelId="{6518028F-9DFB-4A7C-B961-A8079D0D04FB}" type="presParOf" srcId="{8C19FDF3-9CD7-4118-94BA-30EE8D383823}" destId="{0050B9FE-EDEA-4BFB-8700-C4DA9BE60928}" srcOrd="1" destOrd="0" presId="urn:microsoft.com/office/officeart/2005/8/layout/target3"/>
    <dgm:cxn modelId="{C4C72D1D-CB95-4D97-9988-7C98B52909EF}" type="presParOf" srcId="{8C19FDF3-9CD7-4118-94BA-30EE8D383823}" destId="{EAC9B7AC-4EB0-4DEB-B525-E6F8F1FD64EB}" srcOrd="2" destOrd="0" presId="urn:microsoft.com/office/officeart/2005/8/layout/target3"/>
    <dgm:cxn modelId="{FC98FC60-BC2A-4BE5-9BD2-3272FFB7E30B}" type="presParOf" srcId="{8C19FDF3-9CD7-4118-94BA-30EE8D383823}" destId="{E68D1AD6-21D0-4C9C-BB9A-230C8E7AD203}" srcOrd="3" destOrd="0" presId="urn:microsoft.com/office/officeart/2005/8/layout/target3"/>
    <dgm:cxn modelId="{ADCE5427-B9BC-4A57-BE15-898687B9AE66}" type="presParOf" srcId="{8C19FDF3-9CD7-4118-94BA-30EE8D383823}" destId="{C9D21115-30DB-4639-B12C-39D39204520C}" srcOrd="4" destOrd="0" presId="urn:microsoft.com/office/officeart/2005/8/layout/target3"/>
    <dgm:cxn modelId="{97E6908F-041B-4CB6-A827-C65BF68000CD}" type="presParOf" srcId="{8C19FDF3-9CD7-4118-94BA-30EE8D383823}" destId="{F2EE8ABA-18DE-4956-921B-231FE69D6AFF}" srcOrd="5" destOrd="0" presId="urn:microsoft.com/office/officeart/2005/8/layout/target3"/>
    <dgm:cxn modelId="{E23FE2C2-68D7-42A6-B95A-EB6F2FF40AB0}" type="presParOf" srcId="{8C19FDF3-9CD7-4118-94BA-30EE8D383823}" destId="{809DE308-1EBC-4A73-A154-9E0BD9F0E66D}" srcOrd="6" destOrd="0" presId="urn:microsoft.com/office/officeart/2005/8/layout/target3"/>
    <dgm:cxn modelId="{1ED7F81D-9DA7-40EA-A17E-D203E5248839}" type="presParOf" srcId="{8C19FDF3-9CD7-4118-94BA-30EE8D383823}" destId="{6129FAC0-E364-4D2D-91A7-B9688EDBCBBD}" srcOrd="7" destOrd="0" presId="urn:microsoft.com/office/officeart/2005/8/layout/target3"/>
    <dgm:cxn modelId="{7410E956-269B-455E-8D30-C337AA9B09B7}" type="presParOf" srcId="{8C19FDF3-9CD7-4118-94BA-30EE8D383823}" destId="{855439C0-4145-463D-8220-CF9E5DDCCB1F}" srcOrd="8" destOrd="0" presId="urn:microsoft.com/office/officeart/2005/8/layout/target3"/>
    <dgm:cxn modelId="{D61E57D5-92A6-4110-A8AF-0E0BC69B8214}" type="presParOf" srcId="{8C19FDF3-9CD7-4118-94BA-30EE8D383823}" destId="{C14CD22E-BFE5-4705-8B0F-93F076FB4979}" srcOrd="9" destOrd="0" presId="urn:microsoft.com/office/officeart/2005/8/layout/target3"/>
    <dgm:cxn modelId="{4BECEDDF-F2D5-4855-B686-81AD24BBDE38}" type="presParOf" srcId="{8C19FDF3-9CD7-4118-94BA-30EE8D383823}" destId="{E27B588B-B469-4EF6-83A0-4E03474A4252}" srcOrd="10" destOrd="0" presId="urn:microsoft.com/office/officeart/2005/8/layout/target3"/>
    <dgm:cxn modelId="{B2403855-98F0-4EBF-BB69-7F0E14FEC027}" type="presParOf" srcId="{8C19FDF3-9CD7-4118-94BA-30EE8D383823}" destId="{0DED2D33-EF95-41DB-B391-78A86DB66F65}" srcOrd="11" destOrd="0" presId="urn:microsoft.com/office/officeart/2005/8/layout/target3"/>
    <dgm:cxn modelId="{88D71816-0192-4228-8CA2-8290CCD64964}" type="presParOf" srcId="{8C19FDF3-9CD7-4118-94BA-30EE8D383823}" destId="{967062E8-C8D8-4F1E-8222-D0DE5E772AF0}" srcOrd="12" destOrd="0" presId="urn:microsoft.com/office/officeart/2005/8/layout/target3"/>
    <dgm:cxn modelId="{79206B8B-8A42-49AC-B38A-F67B02E7B600}" type="presParOf" srcId="{8C19FDF3-9CD7-4118-94BA-30EE8D383823}" destId="{3A237D9A-22D3-4DB9-BC47-8F4739637C67}" srcOrd="13" destOrd="0" presId="urn:microsoft.com/office/officeart/2005/8/layout/target3"/>
    <dgm:cxn modelId="{A26BBD10-270F-4EC3-9E0B-F37D2FE2CA86}" type="presParOf" srcId="{8C19FDF3-9CD7-4118-94BA-30EE8D383823}" destId="{33C115E3-CC68-44AE-A210-3D4066EBCA98}" srcOrd="14" destOrd="0" presId="urn:microsoft.com/office/officeart/2005/8/layout/target3"/>
    <dgm:cxn modelId="{F8781F85-34DC-44F9-8E93-F3730386D89F}" type="presParOf" srcId="{8C19FDF3-9CD7-4118-94BA-30EE8D383823}" destId="{C7B43CFE-38A0-4495-BAE0-1D9372A03198}" srcOrd="15" destOrd="0" presId="urn:microsoft.com/office/officeart/2005/8/layout/target3"/>
    <dgm:cxn modelId="{16C1918D-D94B-4A40-B597-D3F4326D4FC8}" type="presParOf" srcId="{8C19FDF3-9CD7-4118-94BA-30EE8D383823}" destId="{966F7E61-F823-4726-A1BE-E4BD0190DB55}" srcOrd="16" destOrd="0" presId="urn:microsoft.com/office/officeart/2005/8/layout/target3"/>
    <dgm:cxn modelId="{735BCEF9-49DE-4F3C-B25C-FA13A9D78339}" type="presParOf" srcId="{8C19FDF3-9CD7-4118-94BA-30EE8D383823}" destId="{17D1DAB8-C5A0-471E-BA34-DC12B1E91615}" srcOrd="17" destOrd="0" presId="urn:microsoft.com/office/officeart/2005/8/layout/target3"/>
    <dgm:cxn modelId="{C1DE7217-89C2-4B40-870F-E9CFEDECBFFF}" type="presParOf" srcId="{8C19FDF3-9CD7-4118-94BA-30EE8D383823}" destId="{86477011-E116-46A3-ABF6-E3BD46F2EAC5}" srcOrd="18" destOrd="0" presId="urn:microsoft.com/office/officeart/2005/8/layout/target3"/>
    <dgm:cxn modelId="{754B0D9F-163A-4438-98FB-1BCC9C470091}" type="presParOf" srcId="{8C19FDF3-9CD7-4118-94BA-30EE8D383823}" destId="{7E193C06-7F99-41D9-A3D9-03BAFBC837B7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27424D-9A2F-4367-A345-03428BDB531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A554F77-D36A-4EC6-A61F-E291EF40E957}">
      <dgm:prSet phldrT="[Text]" phldr="0"/>
      <dgm:spPr>
        <a:solidFill>
          <a:srgbClr val="0070C0"/>
        </a:solidFill>
      </dgm:spPr>
      <dgm:t>
        <a:bodyPr/>
        <a:lstStyle/>
        <a:p>
          <a:r>
            <a:rPr lang="en-IN" dirty="0">
              <a:solidFill>
                <a:schemeClr val="bg1"/>
              </a:solidFill>
            </a:rPr>
            <a:t>User</a:t>
          </a:r>
        </a:p>
      </dgm:t>
    </dgm:pt>
    <dgm:pt modelId="{B257B30E-6B92-4F5C-89C5-214ED6CEED4B}" type="parTrans" cxnId="{7A3B8F8E-AB2A-4B53-9562-1B0DAF35C4F2}">
      <dgm:prSet/>
      <dgm:spPr/>
      <dgm:t>
        <a:bodyPr/>
        <a:lstStyle/>
        <a:p>
          <a:endParaRPr lang="en-IN"/>
        </a:p>
      </dgm:t>
    </dgm:pt>
    <dgm:pt modelId="{9D35E4A4-F3A0-4984-ABA4-65165E179592}" type="sibTrans" cxnId="{7A3B8F8E-AB2A-4B53-9562-1B0DAF35C4F2}">
      <dgm:prSet/>
      <dgm:spPr/>
      <dgm:t>
        <a:bodyPr/>
        <a:lstStyle/>
        <a:p>
          <a:endParaRPr lang="en-IN"/>
        </a:p>
      </dgm:t>
    </dgm:pt>
    <dgm:pt modelId="{8AFE5054-D8F0-4784-AF66-CD835491C56F}">
      <dgm:prSet phldrT="[Text]" phldr="0"/>
      <dgm:spPr>
        <a:solidFill>
          <a:srgbClr val="002060"/>
        </a:solidFill>
      </dgm:spPr>
      <dgm:t>
        <a:bodyPr/>
        <a:lstStyle/>
        <a:p>
          <a:r>
            <a:rPr lang="en-IN" dirty="0"/>
            <a:t>Controller</a:t>
          </a:r>
        </a:p>
      </dgm:t>
    </dgm:pt>
    <dgm:pt modelId="{060B928B-351F-4D88-B008-B4FD87CCB8FB}" type="parTrans" cxnId="{71ADB3C7-ABBB-40E4-B051-A0B63DB2A0A1}">
      <dgm:prSet/>
      <dgm:spPr/>
      <dgm:t>
        <a:bodyPr/>
        <a:lstStyle/>
        <a:p>
          <a:endParaRPr lang="en-IN"/>
        </a:p>
      </dgm:t>
    </dgm:pt>
    <dgm:pt modelId="{5350F541-C49D-42AC-A10D-643F7EEA27A7}" type="sibTrans" cxnId="{71ADB3C7-ABBB-40E4-B051-A0B63DB2A0A1}">
      <dgm:prSet/>
      <dgm:spPr/>
      <dgm:t>
        <a:bodyPr/>
        <a:lstStyle/>
        <a:p>
          <a:endParaRPr lang="en-IN"/>
        </a:p>
      </dgm:t>
    </dgm:pt>
    <dgm:pt modelId="{F70A5088-D5A2-45DB-86DD-550134356092}">
      <dgm:prSet phldrT="[Text]" phldr="0"/>
      <dgm:spPr>
        <a:solidFill>
          <a:srgbClr val="00B050"/>
        </a:solidFill>
      </dgm:spPr>
      <dgm:t>
        <a:bodyPr/>
        <a:lstStyle/>
        <a:p>
          <a:r>
            <a:rPr lang="en-IN" dirty="0"/>
            <a:t>Service</a:t>
          </a:r>
        </a:p>
      </dgm:t>
    </dgm:pt>
    <dgm:pt modelId="{47FE0801-DA9E-4C42-BEC0-04963EB4D528}" type="parTrans" cxnId="{BE98F8B0-1A50-472B-9E0E-B7AD8FF23C26}">
      <dgm:prSet/>
      <dgm:spPr/>
      <dgm:t>
        <a:bodyPr/>
        <a:lstStyle/>
        <a:p>
          <a:endParaRPr lang="en-IN"/>
        </a:p>
      </dgm:t>
    </dgm:pt>
    <dgm:pt modelId="{5905CDD9-A87D-45D4-9160-3C4B0DA892F5}" type="sibTrans" cxnId="{BE98F8B0-1A50-472B-9E0E-B7AD8FF23C26}">
      <dgm:prSet/>
      <dgm:spPr/>
      <dgm:t>
        <a:bodyPr/>
        <a:lstStyle/>
        <a:p>
          <a:endParaRPr lang="en-IN"/>
        </a:p>
      </dgm:t>
    </dgm:pt>
    <dgm:pt modelId="{653316F4-F06B-49E4-B9D2-6AD888E82D21}">
      <dgm:prSet/>
      <dgm:spPr>
        <a:solidFill>
          <a:schemeClr val="accent2"/>
        </a:solidFill>
      </dgm:spPr>
      <dgm:t>
        <a:bodyPr/>
        <a:lstStyle/>
        <a:p>
          <a:r>
            <a:rPr lang="en-IN" dirty="0"/>
            <a:t>Repository</a:t>
          </a:r>
        </a:p>
      </dgm:t>
    </dgm:pt>
    <dgm:pt modelId="{3A54D342-0E85-4688-9E51-86478BF75327}" type="parTrans" cxnId="{028F0EF6-D286-4C5B-BEF4-3F6CA2339297}">
      <dgm:prSet/>
      <dgm:spPr/>
    </dgm:pt>
    <dgm:pt modelId="{94D63B97-8B4B-48A6-869E-EC9FEDED3B8B}" type="sibTrans" cxnId="{028F0EF6-D286-4C5B-BEF4-3F6CA2339297}">
      <dgm:prSet/>
      <dgm:spPr/>
      <dgm:t>
        <a:bodyPr/>
        <a:lstStyle/>
        <a:p>
          <a:endParaRPr lang="en-IN"/>
        </a:p>
      </dgm:t>
    </dgm:pt>
    <dgm:pt modelId="{21843AD1-F0AA-4B9D-BDD5-EF34D232DE6D}">
      <dgm:prSet/>
      <dgm:spPr>
        <a:solidFill>
          <a:srgbClr val="7030A0"/>
        </a:solidFill>
      </dgm:spPr>
      <dgm:t>
        <a:bodyPr/>
        <a:lstStyle/>
        <a:p>
          <a:r>
            <a:rPr lang="en-IN" dirty="0" err="1"/>
            <a:t>DataBase</a:t>
          </a:r>
          <a:endParaRPr lang="en-IN" dirty="0"/>
        </a:p>
      </dgm:t>
    </dgm:pt>
    <dgm:pt modelId="{C1E8DBE4-CBA2-48C0-B853-E1EB6EFA4E9E}" type="parTrans" cxnId="{FE4F4E09-C247-48DF-9248-C05AD807DBF5}">
      <dgm:prSet/>
      <dgm:spPr/>
    </dgm:pt>
    <dgm:pt modelId="{CDADBA94-5B82-4ED0-BFEB-14F7909700C7}" type="sibTrans" cxnId="{FE4F4E09-C247-48DF-9248-C05AD807DBF5}">
      <dgm:prSet/>
      <dgm:spPr/>
    </dgm:pt>
    <dgm:pt modelId="{F0E60EB1-1B5C-4B23-8A8F-5954B8C98E7C}" type="pres">
      <dgm:prSet presAssocID="{4D27424D-9A2F-4367-A345-03428BDB5314}" presName="Name0" presStyleCnt="0">
        <dgm:presLayoutVars>
          <dgm:dir/>
          <dgm:resizeHandles val="exact"/>
        </dgm:presLayoutVars>
      </dgm:prSet>
      <dgm:spPr/>
    </dgm:pt>
    <dgm:pt modelId="{DC0D1E8A-C4CF-46F5-BFB6-6811AD41E980}" type="pres">
      <dgm:prSet presAssocID="{4A554F77-D36A-4EC6-A61F-E291EF40E957}" presName="node" presStyleLbl="node1" presStyleIdx="0" presStyleCnt="5">
        <dgm:presLayoutVars>
          <dgm:bulletEnabled val="1"/>
        </dgm:presLayoutVars>
      </dgm:prSet>
      <dgm:spPr/>
    </dgm:pt>
    <dgm:pt modelId="{42085CDC-4736-4CE2-981A-E04AB63835E4}" type="pres">
      <dgm:prSet presAssocID="{9D35E4A4-F3A0-4984-ABA4-65165E179592}" presName="sibTrans" presStyleLbl="sibTrans2D1" presStyleIdx="0" presStyleCnt="4"/>
      <dgm:spPr/>
    </dgm:pt>
    <dgm:pt modelId="{7C92EE3D-1DD4-46FE-9F32-8597DB304B37}" type="pres">
      <dgm:prSet presAssocID="{9D35E4A4-F3A0-4984-ABA4-65165E179592}" presName="connectorText" presStyleLbl="sibTrans2D1" presStyleIdx="0" presStyleCnt="4"/>
      <dgm:spPr/>
    </dgm:pt>
    <dgm:pt modelId="{6F7DA6EB-E740-47FE-9878-A72588FC8C13}" type="pres">
      <dgm:prSet presAssocID="{8AFE5054-D8F0-4784-AF66-CD835491C56F}" presName="node" presStyleLbl="node1" presStyleIdx="1" presStyleCnt="5">
        <dgm:presLayoutVars>
          <dgm:bulletEnabled val="1"/>
        </dgm:presLayoutVars>
      </dgm:prSet>
      <dgm:spPr/>
    </dgm:pt>
    <dgm:pt modelId="{A6CA9329-533D-43CD-9618-6C5ABD668206}" type="pres">
      <dgm:prSet presAssocID="{5350F541-C49D-42AC-A10D-643F7EEA27A7}" presName="sibTrans" presStyleLbl="sibTrans2D1" presStyleIdx="1" presStyleCnt="4"/>
      <dgm:spPr/>
    </dgm:pt>
    <dgm:pt modelId="{47F09B30-FA9F-4602-A7EC-3FFA674F143F}" type="pres">
      <dgm:prSet presAssocID="{5350F541-C49D-42AC-A10D-643F7EEA27A7}" presName="connectorText" presStyleLbl="sibTrans2D1" presStyleIdx="1" presStyleCnt="4"/>
      <dgm:spPr/>
    </dgm:pt>
    <dgm:pt modelId="{A2A289EC-02C0-45E7-8E00-335DE6862130}" type="pres">
      <dgm:prSet presAssocID="{F70A5088-D5A2-45DB-86DD-550134356092}" presName="node" presStyleLbl="node1" presStyleIdx="2" presStyleCnt="5">
        <dgm:presLayoutVars>
          <dgm:bulletEnabled val="1"/>
        </dgm:presLayoutVars>
      </dgm:prSet>
      <dgm:spPr/>
    </dgm:pt>
    <dgm:pt modelId="{3FA4042D-DE33-4C52-A467-1F918CE45639}" type="pres">
      <dgm:prSet presAssocID="{5905CDD9-A87D-45D4-9160-3C4B0DA892F5}" presName="sibTrans" presStyleLbl="sibTrans2D1" presStyleIdx="2" presStyleCnt="4"/>
      <dgm:spPr/>
    </dgm:pt>
    <dgm:pt modelId="{D6D9FF1C-6F77-45CA-AE6C-F0D21C3BB26C}" type="pres">
      <dgm:prSet presAssocID="{5905CDD9-A87D-45D4-9160-3C4B0DA892F5}" presName="connectorText" presStyleLbl="sibTrans2D1" presStyleIdx="2" presStyleCnt="4"/>
      <dgm:spPr/>
    </dgm:pt>
    <dgm:pt modelId="{E6E5888E-5BFE-47D4-B7AC-CEBD9D5220AC}" type="pres">
      <dgm:prSet presAssocID="{653316F4-F06B-49E4-B9D2-6AD888E82D21}" presName="node" presStyleLbl="node1" presStyleIdx="3" presStyleCnt="5">
        <dgm:presLayoutVars>
          <dgm:bulletEnabled val="1"/>
        </dgm:presLayoutVars>
      </dgm:prSet>
      <dgm:spPr/>
    </dgm:pt>
    <dgm:pt modelId="{1F92A5C8-6D05-4B4B-BD6B-540F38DF23EF}" type="pres">
      <dgm:prSet presAssocID="{94D63B97-8B4B-48A6-869E-EC9FEDED3B8B}" presName="sibTrans" presStyleLbl="sibTrans2D1" presStyleIdx="3" presStyleCnt="4"/>
      <dgm:spPr/>
    </dgm:pt>
    <dgm:pt modelId="{433A72F8-9987-4A0F-8639-96B52F695B84}" type="pres">
      <dgm:prSet presAssocID="{94D63B97-8B4B-48A6-869E-EC9FEDED3B8B}" presName="connectorText" presStyleLbl="sibTrans2D1" presStyleIdx="3" presStyleCnt="4"/>
      <dgm:spPr/>
    </dgm:pt>
    <dgm:pt modelId="{01D955D1-0D75-41B4-9573-2756FB1BA57C}" type="pres">
      <dgm:prSet presAssocID="{21843AD1-F0AA-4B9D-BDD5-EF34D232DE6D}" presName="node" presStyleLbl="node1" presStyleIdx="4" presStyleCnt="5">
        <dgm:presLayoutVars>
          <dgm:bulletEnabled val="1"/>
        </dgm:presLayoutVars>
      </dgm:prSet>
      <dgm:spPr/>
    </dgm:pt>
  </dgm:ptLst>
  <dgm:cxnLst>
    <dgm:cxn modelId="{C292D403-CFCA-42BD-A7F3-DC86F7E7F4DA}" type="presOf" srcId="{9D35E4A4-F3A0-4984-ABA4-65165E179592}" destId="{7C92EE3D-1DD4-46FE-9F32-8597DB304B37}" srcOrd="1" destOrd="0" presId="urn:microsoft.com/office/officeart/2005/8/layout/process1"/>
    <dgm:cxn modelId="{FE4F4E09-C247-48DF-9248-C05AD807DBF5}" srcId="{4D27424D-9A2F-4367-A345-03428BDB5314}" destId="{21843AD1-F0AA-4B9D-BDD5-EF34D232DE6D}" srcOrd="4" destOrd="0" parTransId="{C1E8DBE4-CBA2-48C0-B853-E1EB6EFA4E9E}" sibTransId="{CDADBA94-5B82-4ED0-BFEB-14F7909700C7}"/>
    <dgm:cxn modelId="{2AE46B16-7FB9-497A-985B-30E280FAE991}" type="presOf" srcId="{94D63B97-8B4B-48A6-869E-EC9FEDED3B8B}" destId="{433A72F8-9987-4A0F-8639-96B52F695B84}" srcOrd="1" destOrd="0" presId="urn:microsoft.com/office/officeart/2005/8/layout/process1"/>
    <dgm:cxn modelId="{3D2C231F-0602-4AD1-A848-0612B154825C}" type="presOf" srcId="{21843AD1-F0AA-4B9D-BDD5-EF34D232DE6D}" destId="{01D955D1-0D75-41B4-9573-2756FB1BA57C}" srcOrd="0" destOrd="0" presId="urn:microsoft.com/office/officeart/2005/8/layout/process1"/>
    <dgm:cxn modelId="{06BACB5F-9E02-46D3-AD0C-850F51858B7F}" type="presOf" srcId="{5905CDD9-A87D-45D4-9160-3C4B0DA892F5}" destId="{3FA4042D-DE33-4C52-A467-1F918CE45639}" srcOrd="0" destOrd="0" presId="urn:microsoft.com/office/officeart/2005/8/layout/process1"/>
    <dgm:cxn modelId="{B21A4F43-3BF6-4137-B319-3E2F2A20B146}" type="presOf" srcId="{5905CDD9-A87D-45D4-9160-3C4B0DA892F5}" destId="{D6D9FF1C-6F77-45CA-AE6C-F0D21C3BB26C}" srcOrd="1" destOrd="0" presId="urn:microsoft.com/office/officeart/2005/8/layout/process1"/>
    <dgm:cxn modelId="{7D4FA968-3DAE-4BED-9308-31493D7AF70C}" type="presOf" srcId="{9D35E4A4-F3A0-4984-ABA4-65165E179592}" destId="{42085CDC-4736-4CE2-981A-E04AB63835E4}" srcOrd="0" destOrd="0" presId="urn:microsoft.com/office/officeart/2005/8/layout/process1"/>
    <dgm:cxn modelId="{FE4DAB4F-E7A4-438A-8E29-85BC361C4AF9}" type="presOf" srcId="{F70A5088-D5A2-45DB-86DD-550134356092}" destId="{A2A289EC-02C0-45E7-8E00-335DE6862130}" srcOrd="0" destOrd="0" presId="urn:microsoft.com/office/officeart/2005/8/layout/process1"/>
    <dgm:cxn modelId="{A1606B8C-E754-4F76-BD08-9185DFDDCD0F}" type="presOf" srcId="{4D27424D-9A2F-4367-A345-03428BDB5314}" destId="{F0E60EB1-1B5C-4B23-8A8F-5954B8C98E7C}" srcOrd="0" destOrd="0" presId="urn:microsoft.com/office/officeart/2005/8/layout/process1"/>
    <dgm:cxn modelId="{120A718C-6AE2-437D-A2AF-F8F98D531622}" type="presOf" srcId="{8AFE5054-D8F0-4784-AF66-CD835491C56F}" destId="{6F7DA6EB-E740-47FE-9878-A72588FC8C13}" srcOrd="0" destOrd="0" presId="urn:microsoft.com/office/officeart/2005/8/layout/process1"/>
    <dgm:cxn modelId="{7A3B8F8E-AB2A-4B53-9562-1B0DAF35C4F2}" srcId="{4D27424D-9A2F-4367-A345-03428BDB5314}" destId="{4A554F77-D36A-4EC6-A61F-E291EF40E957}" srcOrd="0" destOrd="0" parTransId="{B257B30E-6B92-4F5C-89C5-214ED6CEED4B}" sibTransId="{9D35E4A4-F3A0-4984-ABA4-65165E179592}"/>
    <dgm:cxn modelId="{CE68AC96-FDAE-41A3-86F7-3D0E6BED154C}" type="presOf" srcId="{5350F541-C49D-42AC-A10D-643F7EEA27A7}" destId="{47F09B30-FA9F-4602-A7EC-3FFA674F143F}" srcOrd="1" destOrd="0" presId="urn:microsoft.com/office/officeart/2005/8/layout/process1"/>
    <dgm:cxn modelId="{AF5BD4AB-88FE-4063-B29D-50F55F5E840B}" type="presOf" srcId="{94D63B97-8B4B-48A6-869E-EC9FEDED3B8B}" destId="{1F92A5C8-6D05-4B4B-BD6B-540F38DF23EF}" srcOrd="0" destOrd="0" presId="urn:microsoft.com/office/officeart/2005/8/layout/process1"/>
    <dgm:cxn modelId="{BE98F8B0-1A50-472B-9E0E-B7AD8FF23C26}" srcId="{4D27424D-9A2F-4367-A345-03428BDB5314}" destId="{F70A5088-D5A2-45DB-86DD-550134356092}" srcOrd="2" destOrd="0" parTransId="{47FE0801-DA9E-4C42-BEC0-04963EB4D528}" sibTransId="{5905CDD9-A87D-45D4-9160-3C4B0DA892F5}"/>
    <dgm:cxn modelId="{24C952B9-CA09-4605-BFDB-319162A6C878}" type="presOf" srcId="{653316F4-F06B-49E4-B9D2-6AD888E82D21}" destId="{E6E5888E-5BFE-47D4-B7AC-CEBD9D5220AC}" srcOrd="0" destOrd="0" presId="urn:microsoft.com/office/officeart/2005/8/layout/process1"/>
    <dgm:cxn modelId="{71ADB3C7-ABBB-40E4-B051-A0B63DB2A0A1}" srcId="{4D27424D-9A2F-4367-A345-03428BDB5314}" destId="{8AFE5054-D8F0-4784-AF66-CD835491C56F}" srcOrd="1" destOrd="0" parTransId="{060B928B-351F-4D88-B008-B4FD87CCB8FB}" sibTransId="{5350F541-C49D-42AC-A10D-643F7EEA27A7}"/>
    <dgm:cxn modelId="{A2AAC0DC-E502-4DFC-BB25-F68FA293F961}" type="presOf" srcId="{4A554F77-D36A-4EC6-A61F-E291EF40E957}" destId="{DC0D1E8A-C4CF-46F5-BFB6-6811AD41E980}" srcOrd="0" destOrd="0" presId="urn:microsoft.com/office/officeart/2005/8/layout/process1"/>
    <dgm:cxn modelId="{B813C0EC-4CD0-41FF-ADAF-588889322DC6}" type="presOf" srcId="{5350F541-C49D-42AC-A10D-643F7EEA27A7}" destId="{A6CA9329-533D-43CD-9618-6C5ABD668206}" srcOrd="0" destOrd="0" presId="urn:microsoft.com/office/officeart/2005/8/layout/process1"/>
    <dgm:cxn modelId="{028F0EF6-D286-4C5B-BEF4-3F6CA2339297}" srcId="{4D27424D-9A2F-4367-A345-03428BDB5314}" destId="{653316F4-F06B-49E4-B9D2-6AD888E82D21}" srcOrd="3" destOrd="0" parTransId="{3A54D342-0E85-4688-9E51-86478BF75327}" sibTransId="{94D63B97-8B4B-48A6-869E-EC9FEDED3B8B}"/>
    <dgm:cxn modelId="{B2520C86-522D-4790-9C5E-BF8D59CC76F8}" type="presParOf" srcId="{F0E60EB1-1B5C-4B23-8A8F-5954B8C98E7C}" destId="{DC0D1E8A-C4CF-46F5-BFB6-6811AD41E980}" srcOrd="0" destOrd="0" presId="urn:microsoft.com/office/officeart/2005/8/layout/process1"/>
    <dgm:cxn modelId="{299BE2FD-ACAE-44B3-9737-C150C17DEAF5}" type="presParOf" srcId="{F0E60EB1-1B5C-4B23-8A8F-5954B8C98E7C}" destId="{42085CDC-4736-4CE2-981A-E04AB63835E4}" srcOrd="1" destOrd="0" presId="urn:microsoft.com/office/officeart/2005/8/layout/process1"/>
    <dgm:cxn modelId="{D6B290D1-6503-44AD-A711-808AF227C7E8}" type="presParOf" srcId="{42085CDC-4736-4CE2-981A-E04AB63835E4}" destId="{7C92EE3D-1DD4-46FE-9F32-8597DB304B37}" srcOrd="0" destOrd="0" presId="urn:microsoft.com/office/officeart/2005/8/layout/process1"/>
    <dgm:cxn modelId="{DDBE20FF-F6C8-43BE-A7E7-583E1833B964}" type="presParOf" srcId="{F0E60EB1-1B5C-4B23-8A8F-5954B8C98E7C}" destId="{6F7DA6EB-E740-47FE-9878-A72588FC8C13}" srcOrd="2" destOrd="0" presId="urn:microsoft.com/office/officeart/2005/8/layout/process1"/>
    <dgm:cxn modelId="{974A7FD6-8162-4A42-B3BC-BA17E548E463}" type="presParOf" srcId="{F0E60EB1-1B5C-4B23-8A8F-5954B8C98E7C}" destId="{A6CA9329-533D-43CD-9618-6C5ABD668206}" srcOrd="3" destOrd="0" presId="urn:microsoft.com/office/officeart/2005/8/layout/process1"/>
    <dgm:cxn modelId="{F4D2C0FF-0071-4FA1-9F93-579A07304311}" type="presParOf" srcId="{A6CA9329-533D-43CD-9618-6C5ABD668206}" destId="{47F09B30-FA9F-4602-A7EC-3FFA674F143F}" srcOrd="0" destOrd="0" presId="urn:microsoft.com/office/officeart/2005/8/layout/process1"/>
    <dgm:cxn modelId="{1D5FF064-502B-4994-9F68-3BC6B58433E2}" type="presParOf" srcId="{F0E60EB1-1B5C-4B23-8A8F-5954B8C98E7C}" destId="{A2A289EC-02C0-45E7-8E00-335DE6862130}" srcOrd="4" destOrd="0" presId="urn:microsoft.com/office/officeart/2005/8/layout/process1"/>
    <dgm:cxn modelId="{31187AEC-6014-4E5A-8B9F-2428009C0B91}" type="presParOf" srcId="{F0E60EB1-1B5C-4B23-8A8F-5954B8C98E7C}" destId="{3FA4042D-DE33-4C52-A467-1F918CE45639}" srcOrd="5" destOrd="0" presId="urn:microsoft.com/office/officeart/2005/8/layout/process1"/>
    <dgm:cxn modelId="{FB322FB6-DE16-44E3-9BE8-1B357768A5FF}" type="presParOf" srcId="{3FA4042D-DE33-4C52-A467-1F918CE45639}" destId="{D6D9FF1C-6F77-45CA-AE6C-F0D21C3BB26C}" srcOrd="0" destOrd="0" presId="urn:microsoft.com/office/officeart/2005/8/layout/process1"/>
    <dgm:cxn modelId="{08A5AD0F-0181-42B1-9D02-22209F477688}" type="presParOf" srcId="{F0E60EB1-1B5C-4B23-8A8F-5954B8C98E7C}" destId="{E6E5888E-5BFE-47D4-B7AC-CEBD9D5220AC}" srcOrd="6" destOrd="0" presId="urn:microsoft.com/office/officeart/2005/8/layout/process1"/>
    <dgm:cxn modelId="{79CA4C3A-B783-4D53-AC55-6333624FB18D}" type="presParOf" srcId="{F0E60EB1-1B5C-4B23-8A8F-5954B8C98E7C}" destId="{1F92A5C8-6D05-4B4B-BD6B-540F38DF23EF}" srcOrd="7" destOrd="0" presId="urn:microsoft.com/office/officeart/2005/8/layout/process1"/>
    <dgm:cxn modelId="{546FD2E4-63D0-466D-AFAE-8BCF08E18A69}" type="presParOf" srcId="{1F92A5C8-6D05-4B4B-BD6B-540F38DF23EF}" destId="{433A72F8-9987-4A0F-8639-96B52F695B84}" srcOrd="0" destOrd="0" presId="urn:microsoft.com/office/officeart/2005/8/layout/process1"/>
    <dgm:cxn modelId="{DEC71968-31F6-4FA0-A7B1-429482E0B69A}" type="presParOf" srcId="{F0E60EB1-1B5C-4B23-8A8F-5954B8C98E7C}" destId="{01D955D1-0D75-41B4-9573-2756FB1BA57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E63137-3BBE-45F1-BCF5-3953C388ED11}" type="doc">
      <dgm:prSet loTypeId="urn:microsoft.com/office/officeart/2005/8/layout/hProcess7" loCatId="list" qsTypeId="urn:microsoft.com/office/officeart/2009/2/quickstyle/3d8" qsCatId="3D" csTypeId="urn:microsoft.com/office/officeart/2005/8/colors/accent4_3" csCatId="accent4" phldr="1"/>
      <dgm:spPr/>
      <dgm:t>
        <a:bodyPr/>
        <a:lstStyle/>
        <a:p>
          <a:endParaRPr lang="en-IN"/>
        </a:p>
      </dgm:t>
    </dgm:pt>
    <dgm:pt modelId="{81077247-8805-4185-8C7C-8F0FD55721A5}">
      <dgm:prSet phldrT="[Text]" phldr="0"/>
      <dgm:spPr/>
      <dgm:t>
        <a:bodyPr/>
        <a:lstStyle/>
        <a:p>
          <a:r>
            <a:rPr lang="en-IN" dirty="0"/>
            <a:t>.</a:t>
          </a:r>
        </a:p>
      </dgm:t>
    </dgm:pt>
    <dgm:pt modelId="{8B47AC66-0B12-4069-ADA0-E4C4787CB07D}" type="parTrans" cxnId="{54E063BC-86F4-46FF-BF7C-340BDD5A97D4}">
      <dgm:prSet/>
      <dgm:spPr/>
      <dgm:t>
        <a:bodyPr/>
        <a:lstStyle/>
        <a:p>
          <a:endParaRPr lang="en-IN"/>
        </a:p>
      </dgm:t>
    </dgm:pt>
    <dgm:pt modelId="{4E078C74-782C-4DF0-8E55-38D79EDB0613}" type="sibTrans" cxnId="{54E063BC-86F4-46FF-BF7C-340BDD5A97D4}">
      <dgm:prSet/>
      <dgm:spPr/>
      <dgm:t>
        <a:bodyPr/>
        <a:lstStyle/>
        <a:p>
          <a:endParaRPr lang="en-IN"/>
        </a:p>
      </dgm:t>
    </dgm:pt>
    <dgm:pt modelId="{542CCB78-5BB6-4A62-BC63-A2D2E37BBA28}">
      <dgm:prSet phldrT="[Text]" phldr="0"/>
      <dgm:spPr/>
      <dgm:t>
        <a:bodyPr/>
        <a:lstStyle/>
        <a:p>
          <a:endParaRPr lang="en-IN" dirty="0"/>
        </a:p>
        <a:p>
          <a:r>
            <a:rPr lang="en-IN" dirty="0"/>
            <a:t>User</a:t>
          </a:r>
        </a:p>
      </dgm:t>
    </dgm:pt>
    <dgm:pt modelId="{08910F32-148A-44F8-A07B-988D8C186D64}" type="parTrans" cxnId="{A3313186-B9EC-490A-A96D-704246A1C9BA}">
      <dgm:prSet/>
      <dgm:spPr/>
      <dgm:t>
        <a:bodyPr/>
        <a:lstStyle/>
        <a:p>
          <a:endParaRPr lang="en-IN"/>
        </a:p>
      </dgm:t>
    </dgm:pt>
    <dgm:pt modelId="{A3F4D48C-922F-4D53-BDF5-C06E4FFEBB2D}" type="sibTrans" cxnId="{A3313186-B9EC-490A-A96D-704246A1C9BA}">
      <dgm:prSet/>
      <dgm:spPr/>
      <dgm:t>
        <a:bodyPr/>
        <a:lstStyle/>
        <a:p>
          <a:endParaRPr lang="en-IN"/>
        </a:p>
      </dgm:t>
    </dgm:pt>
    <dgm:pt modelId="{6153DA80-43E5-4B81-A9C5-89856D540E9F}">
      <dgm:prSet phldrT="[Text]" phldr="0"/>
      <dgm:spPr/>
      <dgm:t>
        <a:bodyPr/>
        <a:lstStyle/>
        <a:p>
          <a:r>
            <a:rPr lang="en-IN" dirty="0"/>
            <a:t>.</a:t>
          </a:r>
        </a:p>
      </dgm:t>
    </dgm:pt>
    <dgm:pt modelId="{CF660E3A-FA61-4E2D-A274-A3496B4E5036}" type="parTrans" cxnId="{CACB5C28-629E-47DC-AF76-9D5DCD3FA66F}">
      <dgm:prSet/>
      <dgm:spPr/>
      <dgm:t>
        <a:bodyPr/>
        <a:lstStyle/>
        <a:p>
          <a:endParaRPr lang="en-IN"/>
        </a:p>
      </dgm:t>
    </dgm:pt>
    <dgm:pt modelId="{C904F4B2-60D1-45B3-9E3C-5FA8523165CB}" type="sibTrans" cxnId="{CACB5C28-629E-47DC-AF76-9D5DCD3FA66F}">
      <dgm:prSet/>
      <dgm:spPr/>
      <dgm:t>
        <a:bodyPr/>
        <a:lstStyle/>
        <a:p>
          <a:endParaRPr lang="en-IN"/>
        </a:p>
      </dgm:t>
    </dgm:pt>
    <dgm:pt modelId="{179FB4F8-9623-4BE4-83C8-6547B99223F3}">
      <dgm:prSet phldrT="[Text]" phldr="0"/>
      <dgm:spPr/>
      <dgm:t>
        <a:bodyPr/>
        <a:lstStyle/>
        <a:p>
          <a:endParaRPr lang="en-IN" dirty="0"/>
        </a:p>
        <a:p>
          <a:r>
            <a:rPr lang="en-IN" dirty="0"/>
            <a:t>Request</a:t>
          </a:r>
        </a:p>
        <a:p>
          <a:endParaRPr lang="en-IN" dirty="0"/>
        </a:p>
      </dgm:t>
    </dgm:pt>
    <dgm:pt modelId="{933D306E-EAC9-441D-9A5F-9B3AE4EC4296}" type="parTrans" cxnId="{ED42FB0F-FD86-49E7-A384-359D429049E8}">
      <dgm:prSet/>
      <dgm:spPr/>
      <dgm:t>
        <a:bodyPr/>
        <a:lstStyle/>
        <a:p>
          <a:endParaRPr lang="en-IN"/>
        </a:p>
      </dgm:t>
    </dgm:pt>
    <dgm:pt modelId="{B806E937-48BE-42A2-A409-2743B39CAEDD}" type="sibTrans" cxnId="{ED42FB0F-FD86-49E7-A384-359D429049E8}">
      <dgm:prSet/>
      <dgm:spPr/>
      <dgm:t>
        <a:bodyPr/>
        <a:lstStyle/>
        <a:p>
          <a:endParaRPr lang="en-IN"/>
        </a:p>
      </dgm:t>
    </dgm:pt>
    <dgm:pt modelId="{84F85C2D-8C94-4FCF-9302-A65B234809ED}">
      <dgm:prSet/>
      <dgm:spPr/>
      <dgm:t>
        <a:bodyPr/>
        <a:lstStyle/>
        <a:p>
          <a:endParaRPr lang="en-IN"/>
        </a:p>
      </dgm:t>
    </dgm:pt>
    <dgm:pt modelId="{0DC9B5F9-7189-42E1-A037-8568A5622206}" type="parTrans" cxnId="{4F4B0442-FBEA-4FCA-91F1-262DDDB8F4DD}">
      <dgm:prSet/>
      <dgm:spPr/>
      <dgm:t>
        <a:bodyPr/>
        <a:lstStyle/>
        <a:p>
          <a:endParaRPr lang="en-IN"/>
        </a:p>
      </dgm:t>
    </dgm:pt>
    <dgm:pt modelId="{C5C7499F-FF3D-4027-B94F-4B0D73B83F48}" type="sibTrans" cxnId="{4F4B0442-FBEA-4FCA-91F1-262DDDB8F4DD}">
      <dgm:prSet/>
      <dgm:spPr/>
      <dgm:t>
        <a:bodyPr/>
        <a:lstStyle/>
        <a:p>
          <a:endParaRPr lang="en-IN"/>
        </a:p>
      </dgm:t>
    </dgm:pt>
    <dgm:pt modelId="{789E8784-0A46-4342-BDEE-205CECF07738}">
      <dgm:prSet/>
      <dgm:spPr/>
      <dgm:t>
        <a:bodyPr/>
        <a:lstStyle/>
        <a:p>
          <a:endParaRPr lang="en-IN" dirty="0"/>
        </a:p>
      </dgm:t>
    </dgm:pt>
    <dgm:pt modelId="{B77768A2-85DC-4064-BB18-22449DFCD2E9}" type="parTrans" cxnId="{39DAB8CA-7939-4494-981C-3ABE903DFE81}">
      <dgm:prSet/>
      <dgm:spPr/>
      <dgm:t>
        <a:bodyPr/>
        <a:lstStyle/>
        <a:p>
          <a:endParaRPr lang="en-IN"/>
        </a:p>
      </dgm:t>
    </dgm:pt>
    <dgm:pt modelId="{D9E126CA-9A92-4FD0-8845-FA5B4CEC9E15}" type="sibTrans" cxnId="{39DAB8CA-7939-4494-981C-3ABE903DFE81}">
      <dgm:prSet/>
      <dgm:spPr/>
      <dgm:t>
        <a:bodyPr/>
        <a:lstStyle/>
        <a:p>
          <a:endParaRPr lang="en-IN"/>
        </a:p>
      </dgm:t>
    </dgm:pt>
    <dgm:pt modelId="{7E6CD566-A118-4031-B1C0-021666D868A1}">
      <dgm:prSet/>
      <dgm:spPr/>
      <dgm:t>
        <a:bodyPr/>
        <a:lstStyle/>
        <a:p>
          <a:endParaRPr lang="en-IN" dirty="0"/>
        </a:p>
        <a:p>
          <a:r>
            <a:rPr lang="en-IN" dirty="0"/>
            <a:t>Controller</a:t>
          </a:r>
        </a:p>
      </dgm:t>
    </dgm:pt>
    <dgm:pt modelId="{08AAC09F-B87E-4156-8C64-B69F87BEF2C4}" type="parTrans" cxnId="{05BF84BC-7063-4D6D-87A8-386F9D4A8C93}">
      <dgm:prSet/>
      <dgm:spPr/>
      <dgm:t>
        <a:bodyPr/>
        <a:lstStyle/>
        <a:p>
          <a:endParaRPr lang="en-IN"/>
        </a:p>
      </dgm:t>
    </dgm:pt>
    <dgm:pt modelId="{8973EAC8-BD4D-4B97-B99C-020CC7EC9CCB}" type="sibTrans" cxnId="{05BF84BC-7063-4D6D-87A8-386F9D4A8C93}">
      <dgm:prSet/>
      <dgm:spPr/>
      <dgm:t>
        <a:bodyPr/>
        <a:lstStyle/>
        <a:p>
          <a:endParaRPr lang="en-IN"/>
        </a:p>
      </dgm:t>
    </dgm:pt>
    <dgm:pt modelId="{E21FBA8F-9A5E-4505-AF3F-4223F341EE51}">
      <dgm:prSet/>
      <dgm:spPr/>
      <dgm:t>
        <a:bodyPr/>
        <a:lstStyle/>
        <a:p>
          <a:endParaRPr lang="en-IN"/>
        </a:p>
      </dgm:t>
    </dgm:pt>
    <dgm:pt modelId="{717D6BEC-8B85-46EF-B4F6-37A5633B260A}" type="parTrans" cxnId="{45EB58AD-6FC4-445B-9BAA-FB2BB387A3E3}">
      <dgm:prSet/>
      <dgm:spPr/>
      <dgm:t>
        <a:bodyPr/>
        <a:lstStyle/>
        <a:p>
          <a:endParaRPr lang="en-IN"/>
        </a:p>
      </dgm:t>
    </dgm:pt>
    <dgm:pt modelId="{63FF089A-956F-4F36-BD93-B409C0F30048}" type="sibTrans" cxnId="{45EB58AD-6FC4-445B-9BAA-FB2BB387A3E3}">
      <dgm:prSet/>
      <dgm:spPr/>
      <dgm:t>
        <a:bodyPr/>
        <a:lstStyle/>
        <a:p>
          <a:endParaRPr lang="en-IN"/>
        </a:p>
      </dgm:t>
    </dgm:pt>
    <dgm:pt modelId="{9DE9E6B7-442B-42C8-AAEE-95977B7E973D}">
      <dgm:prSet/>
      <dgm:spPr/>
      <dgm:t>
        <a:bodyPr/>
        <a:lstStyle/>
        <a:p>
          <a:endParaRPr lang="en-IN" dirty="0"/>
        </a:p>
      </dgm:t>
    </dgm:pt>
    <dgm:pt modelId="{6F23C3A2-7FC9-417C-9759-5FDB89C61591}" type="parTrans" cxnId="{BE87B753-081A-48A6-9B8E-5C86A1A32FCF}">
      <dgm:prSet/>
      <dgm:spPr/>
      <dgm:t>
        <a:bodyPr/>
        <a:lstStyle/>
        <a:p>
          <a:endParaRPr lang="en-IN"/>
        </a:p>
      </dgm:t>
    </dgm:pt>
    <dgm:pt modelId="{780090A9-470F-4F39-9402-23C34AC1EAA9}" type="sibTrans" cxnId="{BE87B753-081A-48A6-9B8E-5C86A1A32FCF}">
      <dgm:prSet/>
      <dgm:spPr/>
      <dgm:t>
        <a:bodyPr/>
        <a:lstStyle/>
        <a:p>
          <a:endParaRPr lang="en-IN"/>
        </a:p>
      </dgm:t>
    </dgm:pt>
    <dgm:pt modelId="{DF8FFF41-AE94-4FD6-BA75-EBFFEAC4E367}">
      <dgm:prSet/>
      <dgm:spPr/>
      <dgm:t>
        <a:bodyPr/>
        <a:lstStyle/>
        <a:p>
          <a:r>
            <a:rPr lang="en-IN" dirty="0"/>
            <a:t>Service</a:t>
          </a:r>
        </a:p>
        <a:p>
          <a:endParaRPr lang="en-IN" dirty="0"/>
        </a:p>
      </dgm:t>
    </dgm:pt>
    <dgm:pt modelId="{939B7007-CD89-416D-9FC3-2F7A4460F836}" type="parTrans" cxnId="{11BAB9A8-AAE5-4FA3-B00C-462BE18B01BD}">
      <dgm:prSet/>
      <dgm:spPr/>
      <dgm:t>
        <a:bodyPr/>
        <a:lstStyle/>
        <a:p>
          <a:endParaRPr lang="en-IN"/>
        </a:p>
      </dgm:t>
    </dgm:pt>
    <dgm:pt modelId="{6725D09E-2190-46B8-A6D7-9317A8DC788C}" type="sibTrans" cxnId="{11BAB9A8-AAE5-4FA3-B00C-462BE18B01BD}">
      <dgm:prSet/>
      <dgm:spPr/>
      <dgm:t>
        <a:bodyPr/>
        <a:lstStyle/>
        <a:p>
          <a:endParaRPr lang="en-IN"/>
        </a:p>
      </dgm:t>
    </dgm:pt>
    <dgm:pt modelId="{79988113-54DC-4A4B-82F8-7C0C0EAD958D}">
      <dgm:prSet/>
      <dgm:spPr/>
      <dgm:t>
        <a:bodyPr/>
        <a:lstStyle/>
        <a:p>
          <a:endParaRPr lang="en-IN" dirty="0"/>
        </a:p>
        <a:p>
          <a:r>
            <a:rPr lang="en-IN" dirty="0"/>
            <a:t>Data Base</a:t>
          </a:r>
        </a:p>
      </dgm:t>
    </dgm:pt>
    <dgm:pt modelId="{6B9F42CA-352D-4AE7-A2B7-FCDAF66905BE}" type="parTrans" cxnId="{4D68BF9C-5CBE-42BD-901B-650BF1896EE5}">
      <dgm:prSet/>
      <dgm:spPr/>
      <dgm:t>
        <a:bodyPr/>
        <a:lstStyle/>
        <a:p>
          <a:endParaRPr lang="en-IN"/>
        </a:p>
      </dgm:t>
    </dgm:pt>
    <dgm:pt modelId="{508ABE8C-8956-43C0-994B-4E6B0F64E96A}" type="sibTrans" cxnId="{4D68BF9C-5CBE-42BD-901B-650BF1896EE5}">
      <dgm:prSet/>
      <dgm:spPr/>
      <dgm:t>
        <a:bodyPr/>
        <a:lstStyle/>
        <a:p>
          <a:endParaRPr lang="en-IN"/>
        </a:p>
      </dgm:t>
    </dgm:pt>
    <dgm:pt modelId="{49F2731F-4764-46BE-8FC9-A127C98B08AB}">
      <dgm:prSet/>
      <dgm:spPr/>
      <dgm:t>
        <a:bodyPr/>
        <a:lstStyle/>
        <a:p>
          <a:endParaRPr lang="en-IN"/>
        </a:p>
      </dgm:t>
    </dgm:pt>
    <dgm:pt modelId="{A6E74540-0C6E-4FC9-B4F6-599E7362798A}" type="parTrans" cxnId="{52AE249F-2AA5-44CE-9251-2E284A488B38}">
      <dgm:prSet/>
      <dgm:spPr/>
      <dgm:t>
        <a:bodyPr/>
        <a:lstStyle/>
        <a:p>
          <a:endParaRPr lang="en-IN"/>
        </a:p>
      </dgm:t>
    </dgm:pt>
    <dgm:pt modelId="{F91E8D5B-F320-44B5-8181-5619521C2EEA}" type="sibTrans" cxnId="{52AE249F-2AA5-44CE-9251-2E284A488B38}">
      <dgm:prSet/>
      <dgm:spPr/>
      <dgm:t>
        <a:bodyPr/>
        <a:lstStyle/>
        <a:p>
          <a:endParaRPr lang="en-IN"/>
        </a:p>
      </dgm:t>
    </dgm:pt>
    <dgm:pt modelId="{67BD52B7-6F0F-4224-AD34-5F0A8D5FCF25}">
      <dgm:prSet/>
      <dgm:spPr/>
      <dgm:t>
        <a:bodyPr/>
        <a:lstStyle/>
        <a:p>
          <a:endParaRPr lang="en-IN" dirty="0"/>
        </a:p>
        <a:p>
          <a:r>
            <a:rPr lang="en-IN" dirty="0"/>
            <a:t>Response</a:t>
          </a:r>
        </a:p>
      </dgm:t>
    </dgm:pt>
    <dgm:pt modelId="{C89D6DD2-2543-4864-9FDA-D07DC3422BFC}" type="parTrans" cxnId="{25FF8155-9B74-4505-BF96-998BB20186B1}">
      <dgm:prSet/>
      <dgm:spPr/>
      <dgm:t>
        <a:bodyPr/>
        <a:lstStyle/>
        <a:p>
          <a:endParaRPr lang="en-IN"/>
        </a:p>
      </dgm:t>
    </dgm:pt>
    <dgm:pt modelId="{95684464-82E5-40F1-AF17-8E84568A4576}" type="sibTrans" cxnId="{25FF8155-9B74-4505-BF96-998BB20186B1}">
      <dgm:prSet/>
      <dgm:spPr/>
      <dgm:t>
        <a:bodyPr/>
        <a:lstStyle/>
        <a:p>
          <a:endParaRPr lang="en-IN"/>
        </a:p>
      </dgm:t>
    </dgm:pt>
    <dgm:pt modelId="{C85FD070-C2CF-417E-A2DF-13A042B7E5EC}" type="pres">
      <dgm:prSet presAssocID="{5EE63137-3BBE-45F1-BCF5-3953C388ED11}" presName="Name0" presStyleCnt="0">
        <dgm:presLayoutVars>
          <dgm:dir/>
          <dgm:animLvl val="lvl"/>
          <dgm:resizeHandles val="exact"/>
        </dgm:presLayoutVars>
      </dgm:prSet>
      <dgm:spPr/>
    </dgm:pt>
    <dgm:pt modelId="{5F2653BB-36F8-422C-AFBD-F94C4FDBA30C}" type="pres">
      <dgm:prSet presAssocID="{81077247-8805-4185-8C7C-8F0FD55721A5}" presName="compositeNode" presStyleCnt="0">
        <dgm:presLayoutVars>
          <dgm:bulletEnabled val="1"/>
        </dgm:presLayoutVars>
      </dgm:prSet>
      <dgm:spPr/>
    </dgm:pt>
    <dgm:pt modelId="{1DFECFF5-FED1-45C7-9046-731572C166D8}" type="pres">
      <dgm:prSet presAssocID="{81077247-8805-4185-8C7C-8F0FD55721A5}" presName="bgRect" presStyleLbl="node1" presStyleIdx="0" presStyleCnt="6"/>
      <dgm:spPr/>
    </dgm:pt>
    <dgm:pt modelId="{5389DBDF-3A72-4092-A7C8-0FA88E0A0A71}" type="pres">
      <dgm:prSet presAssocID="{81077247-8805-4185-8C7C-8F0FD55721A5}" presName="parentNode" presStyleLbl="node1" presStyleIdx="0" presStyleCnt="6">
        <dgm:presLayoutVars>
          <dgm:chMax val="0"/>
          <dgm:bulletEnabled val="1"/>
        </dgm:presLayoutVars>
      </dgm:prSet>
      <dgm:spPr/>
    </dgm:pt>
    <dgm:pt modelId="{75FBEDEF-7D1E-415A-8EEA-57E2CFD584D3}" type="pres">
      <dgm:prSet presAssocID="{81077247-8805-4185-8C7C-8F0FD55721A5}" presName="childNode" presStyleLbl="node1" presStyleIdx="0" presStyleCnt="6">
        <dgm:presLayoutVars>
          <dgm:bulletEnabled val="1"/>
        </dgm:presLayoutVars>
      </dgm:prSet>
      <dgm:spPr/>
    </dgm:pt>
    <dgm:pt modelId="{CD88B732-4196-4ADD-A3FA-EFFB7E57A70D}" type="pres">
      <dgm:prSet presAssocID="{4E078C74-782C-4DF0-8E55-38D79EDB0613}" presName="hSp" presStyleCnt="0"/>
      <dgm:spPr/>
    </dgm:pt>
    <dgm:pt modelId="{0EA538A2-F2B7-40DA-9C0A-9F7E87C46D45}" type="pres">
      <dgm:prSet presAssocID="{4E078C74-782C-4DF0-8E55-38D79EDB0613}" presName="vProcSp" presStyleCnt="0"/>
      <dgm:spPr/>
    </dgm:pt>
    <dgm:pt modelId="{18632077-6C51-4F90-8FF3-3DD04305E94B}" type="pres">
      <dgm:prSet presAssocID="{4E078C74-782C-4DF0-8E55-38D79EDB0613}" presName="vSp1" presStyleCnt="0"/>
      <dgm:spPr/>
    </dgm:pt>
    <dgm:pt modelId="{0AEF3974-15DC-4A9C-B021-96FB7CA9B974}" type="pres">
      <dgm:prSet presAssocID="{4E078C74-782C-4DF0-8E55-38D79EDB0613}" presName="simulatedConn" presStyleLbl="solidFgAcc1" presStyleIdx="0" presStyleCnt="5"/>
      <dgm:spPr/>
    </dgm:pt>
    <dgm:pt modelId="{07BC5934-B1AA-4205-8D16-3646713A51F4}" type="pres">
      <dgm:prSet presAssocID="{4E078C74-782C-4DF0-8E55-38D79EDB0613}" presName="vSp2" presStyleCnt="0"/>
      <dgm:spPr/>
    </dgm:pt>
    <dgm:pt modelId="{945FEB4C-9B0B-45A7-A8A5-4C5E2609780A}" type="pres">
      <dgm:prSet presAssocID="{4E078C74-782C-4DF0-8E55-38D79EDB0613}" presName="sibTrans" presStyleCnt="0"/>
      <dgm:spPr/>
    </dgm:pt>
    <dgm:pt modelId="{BD1C0F1F-2587-423D-9C76-47601378D292}" type="pres">
      <dgm:prSet presAssocID="{6153DA80-43E5-4B81-A9C5-89856D540E9F}" presName="compositeNode" presStyleCnt="0">
        <dgm:presLayoutVars>
          <dgm:bulletEnabled val="1"/>
        </dgm:presLayoutVars>
      </dgm:prSet>
      <dgm:spPr/>
    </dgm:pt>
    <dgm:pt modelId="{907971B4-709F-48FB-A122-9997BCD2315C}" type="pres">
      <dgm:prSet presAssocID="{6153DA80-43E5-4B81-A9C5-89856D540E9F}" presName="bgRect" presStyleLbl="node1" presStyleIdx="1" presStyleCnt="6"/>
      <dgm:spPr/>
    </dgm:pt>
    <dgm:pt modelId="{32483592-8111-49C1-A302-ED0EC5E2E45C}" type="pres">
      <dgm:prSet presAssocID="{6153DA80-43E5-4B81-A9C5-89856D540E9F}" presName="parentNode" presStyleLbl="node1" presStyleIdx="1" presStyleCnt="6">
        <dgm:presLayoutVars>
          <dgm:chMax val="0"/>
          <dgm:bulletEnabled val="1"/>
        </dgm:presLayoutVars>
      </dgm:prSet>
      <dgm:spPr/>
    </dgm:pt>
    <dgm:pt modelId="{019368C9-4644-49BA-A116-29E6C7458ACD}" type="pres">
      <dgm:prSet presAssocID="{6153DA80-43E5-4B81-A9C5-89856D540E9F}" presName="childNode" presStyleLbl="node1" presStyleIdx="1" presStyleCnt="6">
        <dgm:presLayoutVars>
          <dgm:bulletEnabled val="1"/>
        </dgm:presLayoutVars>
      </dgm:prSet>
      <dgm:spPr/>
    </dgm:pt>
    <dgm:pt modelId="{EB98F453-4724-4256-BFA6-D7B731A20911}" type="pres">
      <dgm:prSet presAssocID="{C904F4B2-60D1-45B3-9E3C-5FA8523165CB}" presName="hSp" presStyleCnt="0"/>
      <dgm:spPr/>
    </dgm:pt>
    <dgm:pt modelId="{0A6C252C-C080-491E-93EC-BB30EC740EFA}" type="pres">
      <dgm:prSet presAssocID="{C904F4B2-60D1-45B3-9E3C-5FA8523165CB}" presName="vProcSp" presStyleCnt="0"/>
      <dgm:spPr/>
    </dgm:pt>
    <dgm:pt modelId="{F7E90D8B-5E7C-4C7F-8667-1562044AF61B}" type="pres">
      <dgm:prSet presAssocID="{C904F4B2-60D1-45B3-9E3C-5FA8523165CB}" presName="vSp1" presStyleCnt="0"/>
      <dgm:spPr/>
    </dgm:pt>
    <dgm:pt modelId="{1D3B3B20-2562-4A64-8797-ED63B5B9451F}" type="pres">
      <dgm:prSet presAssocID="{C904F4B2-60D1-45B3-9E3C-5FA8523165CB}" presName="simulatedConn" presStyleLbl="solidFgAcc1" presStyleIdx="1" presStyleCnt="5"/>
      <dgm:spPr/>
    </dgm:pt>
    <dgm:pt modelId="{B9C17077-6439-43ED-B6EC-50B4CCC4ACD6}" type="pres">
      <dgm:prSet presAssocID="{C904F4B2-60D1-45B3-9E3C-5FA8523165CB}" presName="vSp2" presStyleCnt="0"/>
      <dgm:spPr/>
    </dgm:pt>
    <dgm:pt modelId="{B97D167E-949D-4E75-A72D-766F6E60B443}" type="pres">
      <dgm:prSet presAssocID="{C904F4B2-60D1-45B3-9E3C-5FA8523165CB}" presName="sibTrans" presStyleCnt="0"/>
      <dgm:spPr/>
    </dgm:pt>
    <dgm:pt modelId="{FCEB7B8B-0D8A-4852-BC9C-84472B41B39E}" type="pres">
      <dgm:prSet presAssocID="{84F85C2D-8C94-4FCF-9302-A65B234809ED}" presName="compositeNode" presStyleCnt="0">
        <dgm:presLayoutVars>
          <dgm:bulletEnabled val="1"/>
        </dgm:presLayoutVars>
      </dgm:prSet>
      <dgm:spPr/>
    </dgm:pt>
    <dgm:pt modelId="{C5BEF00A-C4A0-491C-9457-F1C42601D609}" type="pres">
      <dgm:prSet presAssocID="{84F85C2D-8C94-4FCF-9302-A65B234809ED}" presName="bgRect" presStyleLbl="node1" presStyleIdx="2" presStyleCnt="6"/>
      <dgm:spPr/>
    </dgm:pt>
    <dgm:pt modelId="{552BC151-6F4A-4E1C-A1FE-BDA7F2507210}" type="pres">
      <dgm:prSet presAssocID="{84F85C2D-8C94-4FCF-9302-A65B234809ED}" presName="parentNode" presStyleLbl="node1" presStyleIdx="2" presStyleCnt="6">
        <dgm:presLayoutVars>
          <dgm:chMax val="0"/>
          <dgm:bulletEnabled val="1"/>
        </dgm:presLayoutVars>
      </dgm:prSet>
      <dgm:spPr/>
    </dgm:pt>
    <dgm:pt modelId="{F4D98FAC-0158-4882-962A-A4B114239BBC}" type="pres">
      <dgm:prSet presAssocID="{84F85C2D-8C94-4FCF-9302-A65B234809ED}" presName="childNode" presStyleLbl="node1" presStyleIdx="2" presStyleCnt="6">
        <dgm:presLayoutVars>
          <dgm:bulletEnabled val="1"/>
        </dgm:presLayoutVars>
      </dgm:prSet>
      <dgm:spPr/>
    </dgm:pt>
    <dgm:pt modelId="{92E195AE-89CD-4530-A067-06B69E7BA116}" type="pres">
      <dgm:prSet presAssocID="{C5C7499F-FF3D-4027-B94F-4B0D73B83F48}" presName="hSp" presStyleCnt="0"/>
      <dgm:spPr/>
    </dgm:pt>
    <dgm:pt modelId="{448F1D6B-9F1D-4DB8-97CE-C07D50599D8B}" type="pres">
      <dgm:prSet presAssocID="{C5C7499F-FF3D-4027-B94F-4B0D73B83F48}" presName="vProcSp" presStyleCnt="0"/>
      <dgm:spPr/>
    </dgm:pt>
    <dgm:pt modelId="{632CF58A-C7A8-4DD2-83E9-5A654C1946F7}" type="pres">
      <dgm:prSet presAssocID="{C5C7499F-FF3D-4027-B94F-4B0D73B83F48}" presName="vSp1" presStyleCnt="0"/>
      <dgm:spPr/>
    </dgm:pt>
    <dgm:pt modelId="{8ED97346-74EE-465C-8892-46390063D500}" type="pres">
      <dgm:prSet presAssocID="{C5C7499F-FF3D-4027-B94F-4B0D73B83F48}" presName="simulatedConn" presStyleLbl="solidFgAcc1" presStyleIdx="2" presStyleCnt="5"/>
      <dgm:spPr/>
    </dgm:pt>
    <dgm:pt modelId="{B29DB41E-CD7E-4DA8-A4E7-78E8ECA5A361}" type="pres">
      <dgm:prSet presAssocID="{C5C7499F-FF3D-4027-B94F-4B0D73B83F48}" presName="vSp2" presStyleCnt="0"/>
      <dgm:spPr/>
    </dgm:pt>
    <dgm:pt modelId="{16ACB1B2-D642-4A1F-BCBA-6D89E8DEECE9}" type="pres">
      <dgm:prSet presAssocID="{C5C7499F-FF3D-4027-B94F-4B0D73B83F48}" presName="sibTrans" presStyleCnt="0"/>
      <dgm:spPr/>
    </dgm:pt>
    <dgm:pt modelId="{C284C87C-7F58-4286-A4E9-B59A2BD6E968}" type="pres">
      <dgm:prSet presAssocID="{789E8784-0A46-4342-BDEE-205CECF07738}" presName="compositeNode" presStyleCnt="0">
        <dgm:presLayoutVars>
          <dgm:bulletEnabled val="1"/>
        </dgm:presLayoutVars>
      </dgm:prSet>
      <dgm:spPr/>
    </dgm:pt>
    <dgm:pt modelId="{6F209839-CE96-4F39-B0B5-E35CA4FA5EB3}" type="pres">
      <dgm:prSet presAssocID="{789E8784-0A46-4342-BDEE-205CECF07738}" presName="bgRect" presStyleLbl="node1" presStyleIdx="3" presStyleCnt="6"/>
      <dgm:spPr/>
    </dgm:pt>
    <dgm:pt modelId="{401CCD7C-6066-4A55-8BAC-AC0A42BAACE6}" type="pres">
      <dgm:prSet presAssocID="{789E8784-0A46-4342-BDEE-205CECF07738}" presName="parentNode" presStyleLbl="node1" presStyleIdx="3" presStyleCnt="6">
        <dgm:presLayoutVars>
          <dgm:chMax val="0"/>
          <dgm:bulletEnabled val="1"/>
        </dgm:presLayoutVars>
      </dgm:prSet>
      <dgm:spPr/>
    </dgm:pt>
    <dgm:pt modelId="{53AFF70D-DB50-4113-8747-78CF42F02D2B}" type="pres">
      <dgm:prSet presAssocID="{789E8784-0A46-4342-BDEE-205CECF07738}" presName="childNode" presStyleLbl="node1" presStyleIdx="3" presStyleCnt="6">
        <dgm:presLayoutVars>
          <dgm:bulletEnabled val="1"/>
        </dgm:presLayoutVars>
      </dgm:prSet>
      <dgm:spPr/>
    </dgm:pt>
    <dgm:pt modelId="{B7466A24-DC2A-4B14-AE5A-E8CFE8BA628E}" type="pres">
      <dgm:prSet presAssocID="{D9E126CA-9A92-4FD0-8845-FA5B4CEC9E15}" presName="hSp" presStyleCnt="0"/>
      <dgm:spPr/>
    </dgm:pt>
    <dgm:pt modelId="{89E16512-EB4F-4464-80F5-90E7C6EEAEE4}" type="pres">
      <dgm:prSet presAssocID="{D9E126CA-9A92-4FD0-8845-FA5B4CEC9E15}" presName="vProcSp" presStyleCnt="0"/>
      <dgm:spPr/>
    </dgm:pt>
    <dgm:pt modelId="{C0BF7CC2-20FA-4C69-9AFE-1ADE6F6F9E7C}" type="pres">
      <dgm:prSet presAssocID="{D9E126CA-9A92-4FD0-8845-FA5B4CEC9E15}" presName="vSp1" presStyleCnt="0"/>
      <dgm:spPr/>
    </dgm:pt>
    <dgm:pt modelId="{0608F75A-E52E-4704-B6B1-1FD0DFB4564E}" type="pres">
      <dgm:prSet presAssocID="{D9E126CA-9A92-4FD0-8845-FA5B4CEC9E15}" presName="simulatedConn" presStyleLbl="solidFgAcc1" presStyleIdx="3" presStyleCnt="5"/>
      <dgm:spPr/>
    </dgm:pt>
    <dgm:pt modelId="{DEE00B6F-BB75-416C-B1EF-E92CAB937DA6}" type="pres">
      <dgm:prSet presAssocID="{D9E126CA-9A92-4FD0-8845-FA5B4CEC9E15}" presName="vSp2" presStyleCnt="0"/>
      <dgm:spPr/>
    </dgm:pt>
    <dgm:pt modelId="{44B957FD-C204-4ACE-A289-614D007F1B38}" type="pres">
      <dgm:prSet presAssocID="{D9E126CA-9A92-4FD0-8845-FA5B4CEC9E15}" presName="sibTrans" presStyleCnt="0"/>
      <dgm:spPr/>
    </dgm:pt>
    <dgm:pt modelId="{4845E941-CD8A-43F0-88EB-E63C48C5081A}" type="pres">
      <dgm:prSet presAssocID="{E21FBA8F-9A5E-4505-AF3F-4223F341EE51}" presName="compositeNode" presStyleCnt="0">
        <dgm:presLayoutVars>
          <dgm:bulletEnabled val="1"/>
        </dgm:presLayoutVars>
      </dgm:prSet>
      <dgm:spPr/>
    </dgm:pt>
    <dgm:pt modelId="{52E8063E-F13A-44DE-B81A-DFDA69E803DD}" type="pres">
      <dgm:prSet presAssocID="{E21FBA8F-9A5E-4505-AF3F-4223F341EE51}" presName="bgRect" presStyleLbl="node1" presStyleIdx="4" presStyleCnt="6" custLinFactNeighborX="7592"/>
      <dgm:spPr/>
    </dgm:pt>
    <dgm:pt modelId="{2D61B79C-92CD-4DB2-A660-BAFB6D5725EB}" type="pres">
      <dgm:prSet presAssocID="{E21FBA8F-9A5E-4505-AF3F-4223F341EE51}" presName="parentNode" presStyleLbl="node1" presStyleIdx="4" presStyleCnt="6">
        <dgm:presLayoutVars>
          <dgm:chMax val="0"/>
          <dgm:bulletEnabled val="1"/>
        </dgm:presLayoutVars>
      </dgm:prSet>
      <dgm:spPr/>
    </dgm:pt>
    <dgm:pt modelId="{5C5E45E4-DA45-457F-A1A4-7DCA830FA220}" type="pres">
      <dgm:prSet presAssocID="{E21FBA8F-9A5E-4505-AF3F-4223F341EE51}" presName="childNode" presStyleLbl="node1" presStyleIdx="4" presStyleCnt="6">
        <dgm:presLayoutVars>
          <dgm:bulletEnabled val="1"/>
        </dgm:presLayoutVars>
      </dgm:prSet>
      <dgm:spPr/>
    </dgm:pt>
    <dgm:pt modelId="{A2F2B9A0-9190-4EA7-9725-3962A905785E}" type="pres">
      <dgm:prSet presAssocID="{63FF089A-956F-4F36-BD93-B409C0F30048}" presName="hSp" presStyleCnt="0"/>
      <dgm:spPr/>
    </dgm:pt>
    <dgm:pt modelId="{2F296FE1-325D-4DD6-8F03-CFBD07E214F2}" type="pres">
      <dgm:prSet presAssocID="{63FF089A-956F-4F36-BD93-B409C0F30048}" presName="vProcSp" presStyleCnt="0"/>
      <dgm:spPr/>
    </dgm:pt>
    <dgm:pt modelId="{ECB2277A-B941-4FFD-9B72-7CAD1676BCD2}" type="pres">
      <dgm:prSet presAssocID="{63FF089A-956F-4F36-BD93-B409C0F30048}" presName="vSp1" presStyleCnt="0"/>
      <dgm:spPr/>
    </dgm:pt>
    <dgm:pt modelId="{F000EDBB-F049-4F3A-9B6F-CB68ACA3B911}" type="pres">
      <dgm:prSet presAssocID="{63FF089A-956F-4F36-BD93-B409C0F30048}" presName="simulatedConn" presStyleLbl="solidFgAcc1" presStyleIdx="4" presStyleCnt="5"/>
      <dgm:spPr/>
    </dgm:pt>
    <dgm:pt modelId="{F4997848-7DA6-4449-A837-179C0B12CC54}" type="pres">
      <dgm:prSet presAssocID="{63FF089A-956F-4F36-BD93-B409C0F30048}" presName="vSp2" presStyleCnt="0"/>
      <dgm:spPr/>
    </dgm:pt>
    <dgm:pt modelId="{2102CC18-8D10-42F4-9DF4-7E05A5826D2C}" type="pres">
      <dgm:prSet presAssocID="{63FF089A-956F-4F36-BD93-B409C0F30048}" presName="sibTrans" presStyleCnt="0"/>
      <dgm:spPr/>
    </dgm:pt>
    <dgm:pt modelId="{9E287F28-D7A6-45A8-B922-81C0EA44EB44}" type="pres">
      <dgm:prSet presAssocID="{49F2731F-4764-46BE-8FC9-A127C98B08AB}" presName="compositeNode" presStyleCnt="0">
        <dgm:presLayoutVars>
          <dgm:bulletEnabled val="1"/>
        </dgm:presLayoutVars>
      </dgm:prSet>
      <dgm:spPr/>
    </dgm:pt>
    <dgm:pt modelId="{5D9C820D-B276-4BCC-88AE-D61B8E747473}" type="pres">
      <dgm:prSet presAssocID="{49F2731F-4764-46BE-8FC9-A127C98B08AB}" presName="bgRect" presStyleLbl="node1" presStyleIdx="5" presStyleCnt="6"/>
      <dgm:spPr/>
    </dgm:pt>
    <dgm:pt modelId="{76875240-9F42-4E63-A270-6FDCB2CED223}" type="pres">
      <dgm:prSet presAssocID="{49F2731F-4764-46BE-8FC9-A127C98B08AB}" presName="parentNode" presStyleLbl="node1" presStyleIdx="5" presStyleCnt="6">
        <dgm:presLayoutVars>
          <dgm:chMax val="0"/>
          <dgm:bulletEnabled val="1"/>
        </dgm:presLayoutVars>
      </dgm:prSet>
      <dgm:spPr/>
    </dgm:pt>
    <dgm:pt modelId="{FB18B56B-F44F-4EB5-84F0-DE2B4D4EC34D}" type="pres">
      <dgm:prSet presAssocID="{49F2731F-4764-46BE-8FC9-A127C98B08AB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ED42FB0F-FD86-49E7-A384-359D429049E8}" srcId="{6153DA80-43E5-4B81-A9C5-89856D540E9F}" destId="{179FB4F8-9623-4BE4-83C8-6547B99223F3}" srcOrd="0" destOrd="0" parTransId="{933D306E-EAC9-441D-9A5F-9B3AE4EC4296}" sibTransId="{B806E937-48BE-42A2-A409-2743B39CAEDD}"/>
    <dgm:cxn modelId="{CACB5C28-629E-47DC-AF76-9D5DCD3FA66F}" srcId="{5EE63137-3BBE-45F1-BCF5-3953C388ED11}" destId="{6153DA80-43E5-4B81-A9C5-89856D540E9F}" srcOrd="1" destOrd="0" parTransId="{CF660E3A-FA61-4E2D-A274-A3496B4E5036}" sibTransId="{C904F4B2-60D1-45B3-9E3C-5FA8523165CB}"/>
    <dgm:cxn modelId="{2D51032A-D001-4470-8C66-22EAEEE831D2}" type="presOf" srcId="{789E8784-0A46-4342-BDEE-205CECF07738}" destId="{401CCD7C-6066-4A55-8BAC-AC0A42BAACE6}" srcOrd="1" destOrd="0" presId="urn:microsoft.com/office/officeart/2005/8/layout/hProcess7"/>
    <dgm:cxn modelId="{26E72937-9581-4C34-A409-D480E1750D68}" type="presOf" srcId="{DF8FFF41-AE94-4FD6-BA75-EBFFEAC4E367}" destId="{53AFF70D-DB50-4113-8747-78CF42F02D2B}" srcOrd="0" destOrd="1" presId="urn:microsoft.com/office/officeart/2005/8/layout/hProcess7"/>
    <dgm:cxn modelId="{3648B539-2B28-49A2-98FF-02C48285559A}" type="presOf" srcId="{81077247-8805-4185-8C7C-8F0FD55721A5}" destId="{1DFECFF5-FED1-45C7-9046-731572C166D8}" srcOrd="0" destOrd="0" presId="urn:microsoft.com/office/officeart/2005/8/layout/hProcess7"/>
    <dgm:cxn modelId="{4F4B0442-FBEA-4FCA-91F1-262DDDB8F4DD}" srcId="{5EE63137-3BBE-45F1-BCF5-3953C388ED11}" destId="{84F85C2D-8C94-4FCF-9302-A65B234809ED}" srcOrd="2" destOrd="0" parTransId="{0DC9B5F9-7189-42E1-A037-8568A5622206}" sibTransId="{C5C7499F-FF3D-4027-B94F-4B0D73B83F48}"/>
    <dgm:cxn modelId="{4E156C65-B18E-4571-B258-4A43DEBC9CA9}" type="presOf" srcId="{84F85C2D-8C94-4FCF-9302-A65B234809ED}" destId="{C5BEF00A-C4A0-491C-9457-F1C42601D609}" srcOrd="0" destOrd="0" presId="urn:microsoft.com/office/officeart/2005/8/layout/hProcess7"/>
    <dgm:cxn modelId="{F4B1CF70-5CCA-4449-A78B-33EBF75CD364}" type="presOf" srcId="{49F2731F-4764-46BE-8FC9-A127C98B08AB}" destId="{76875240-9F42-4E63-A270-6FDCB2CED223}" srcOrd="1" destOrd="0" presId="urn:microsoft.com/office/officeart/2005/8/layout/hProcess7"/>
    <dgm:cxn modelId="{4C9B0271-BD37-4BC6-9195-F7B3DEC0A7AD}" type="presOf" srcId="{6153DA80-43E5-4B81-A9C5-89856D540E9F}" destId="{907971B4-709F-48FB-A122-9997BCD2315C}" srcOrd="0" destOrd="0" presId="urn:microsoft.com/office/officeart/2005/8/layout/hProcess7"/>
    <dgm:cxn modelId="{70AA4173-8BC1-4FBD-B34C-3B49259DBBDC}" type="presOf" srcId="{79988113-54DC-4A4B-82F8-7C0C0EAD958D}" destId="{5C5E45E4-DA45-457F-A1A4-7DCA830FA220}" srcOrd="0" destOrd="0" presId="urn:microsoft.com/office/officeart/2005/8/layout/hProcess7"/>
    <dgm:cxn modelId="{BE87B753-081A-48A6-9B8E-5C86A1A32FCF}" srcId="{789E8784-0A46-4342-BDEE-205CECF07738}" destId="{9DE9E6B7-442B-42C8-AAEE-95977B7E973D}" srcOrd="0" destOrd="0" parTransId="{6F23C3A2-7FC9-417C-9759-5FDB89C61591}" sibTransId="{780090A9-470F-4F39-9402-23C34AC1EAA9}"/>
    <dgm:cxn modelId="{2B63F953-A07A-41BE-BFBF-313D6DA86B9A}" type="presOf" srcId="{84F85C2D-8C94-4FCF-9302-A65B234809ED}" destId="{552BC151-6F4A-4E1C-A1FE-BDA7F2507210}" srcOrd="1" destOrd="0" presId="urn:microsoft.com/office/officeart/2005/8/layout/hProcess7"/>
    <dgm:cxn modelId="{25FF8155-9B74-4505-BF96-998BB20186B1}" srcId="{49F2731F-4764-46BE-8FC9-A127C98B08AB}" destId="{67BD52B7-6F0F-4224-AD34-5F0A8D5FCF25}" srcOrd="0" destOrd="0" parTransId="{C89D6DD2-2543-4864-9FDA-D07DC3422BFC}" sibTransId="{95684464-82E5-40F1-AF17-8E84568A4576}"/>
    <dgm:cxn modelId="{53696582-0ECF-4A4B-989F-A11A2AFDBD5A}" type="presOf" srcId="{49F2731F-4764-46BE-8FC9-A127C98B08AB}" destId="{5D9C820D-B276-4BCC-88AE-D61B8E747473}" srcOrd="0" destOrd="0" presId="urn:microsoft.com/office/officeart/2005/8/layout/hProcess7"/>
    <dgm:cxn modelId="{76F25784-EBC5-4D49-A536-7BDA7FBFDB0F}" type="presOf" srcId="{789E8784-0A46-4342-BDEE-205CECF07738}" destId="{6F209839-CE96-4F39-B0B5-E35CA4FA5EB3}" srcOrd="0" destOrd="0" presId="urn:microsoft.com/office/officeart/2005/8/layout/hProcess7"/>
    <dgm:cxn modelId="{A3313186-B9EC-490A-A96D-704246A1C9BA}" srcId="{81077247-8805-4185-8C7C-8F0FD55721A5}" destId="{542CCB78-5BB6-4A62-BC63-A2D2E37BBA28}" srcOrd="0" destOrd="0" parTransId="{08910F32-148A-44F8-A07B-988D8C186D64}" sibTransId="{A3F4D48C-922F-4D53-BDF5-C06E4FFEBB2D}"/>
    <dgm:cxn modelId="{46951088-194E-4637-858A-F44F780445ED}" type="presOf" srcId="{7E6CD566-A118-4031-B1C0-021666D868A1}" destId="{F4D98FAC-0158-4882-962A-A4B114239BBC}" srcOrd="0" destOrd="0" presId="urn:microsoft.com/office/officeart/2005/8/layout/hProcess7"/>
    <dgm:cxn modelId="{4D68BF9C-5CBE-42BD-901B-650BF1896EE5}" srcId="{E21FBA8F-9A5E-4505-AF3F-4223F341EE51}" destId="{79988113-54DC-4A4B-82F8-7C0C0EAD958D}" srcOrd="0" destOrd="0" parTransId="{6B9F42CA-352D-4AE7-A2B7-FCDAF66905BE}" sibTransId="{508ABE8C-8956-43C0-994B-4E6B0F64E96A}"/>
    <dgm:cxn modelId="{52AE249F-2AA5-44CE-9251-2E284A488B38}" srcId="{5EE63137-3BBE-45F1-BCF5-3953C388ED11}" destId="{49F2731F-4764-46BE-8FC9-A127C98B08AB}" srcOrd="5" destOrd="0" parTransId="{A6E74540-0C6E-4FC9-B4F6-599E7362798A}" sibTransId="{F91E8D5B-F320-44B5-8181-5619521C2EEA}"/>
    <dgm:cxn modelId="{11BAB9A8-AAE5-4FA3-B00C-462BE18B01BD}" srcId="{789E8784-0A46-4342-BDEE-205CECF07738}" destId="{DF8FFF41-AE94-4FD6-BA75-EBFFEAC4E367}" srcOrd="1" destOrd="0" parTransId="{939B7007-CD89-416D-9FC3-2F7A4460F836}" sibTransId="{6725D09E-2190-46B8-A6D7-9317A8DC788C}"/>
    <dgm:cxn modelId="{C55148A9-863C-43F9-A08A-CBE3F8F9841D}" type="presOf" srcId="{179FB4F8-9623-4BE4-83C8-6547B99223F3}" destId="{019368C9-4644-49BA-A116-29E6C7458ACD}" srcOrd="0" destOrd="0" presId="urn:microsoft.com/office/officeart/2005/8/layout/hProcess7"/>
    <dgm:cxn modelId="{45EB58AD-6FC4-445B-9BAA-FB2BB387A3E3}" srcId="{5EE63137-3BBE-45F1-BCF5-3953C388ED11}" destId="{E21FBA8F-9A5E-4505-AF3F-4223F341EE51}" srcOrd="4" destOrd="0" parTransId="{717D6BEC-8B85-46EF-B4F6-37A5633B260A}" sibTransId="{63FF089A-956F-4F36-BD93-B409C0F30048}"/>
    <dgm:cxn modelId="{DC8659B6-767A-4423-BB80-D89B81F9B2ED}" type="presOf" srcId="{67BD52B7-6F0F-4224-AD34-5F0A8D5FCF25}" destId="{FB18B56B-F44F-4EB5-84F0-DE2B4D4EC34D}" srcOrd="0" destOrd="0" presId="urn:microsoft.com/office/officeart/2005/8/layout/hProcess7"/>
    <dgm:cxn modelId="{54E063BC-86F4-46FF-BF7C-340BDD5A97D4}" srcId="{5EE63137-3BBE-45F1-BCF5-3953C388ED11}" destId="{81077247-8805-4185-8C7C-8F0FD55721A5}" srcOrd="0" destOrd="0" parTransId="{8B47AC66-0B12-4069-ADA0-E4C4787CB07D}" sibTransId="{4E078C74-782C-4DF0-8E55-38D79EDB0613}"/>
    <dgm:cxn modelId="{05BF84BC-7063-4D6D-87A8-386F9D4A8C93}" srcId="{84F85C2D-8C94-4FCF-9302-A65B234809ED}" destId="{7E6CD566-A118-4031-B1C0-021666D868A1}" srcOrd="0" destOrd="0" parTransId="{08AAC09F-B87E-4156-8C64-B69F87BEF2C4}" sibTransId="{8973EAC8-BD4D-4B97-B99C-020CC7EC9CCB}"/>
    <dgm:cxn modelId="{CE538CC8-8867-4309-8CD7-472C193C879B}" type="presOf" srcId="{6153DA80-43E5-4B81-A9C5-89856D540E9F}" destId="{32483592-8111-49C1-A302-ED0EC5E2E45C}" srcOrd="1" destOrd="0" presId="urn:microsoft.com/office/officeart/2005/8/layout/hProcess7"/>
    <dgm:cxn modelId="{39DAB8CA-7939-4494-981C-3ABE903DFE81}" srcId="{5EE63137-3BBE-45F1-BCF5-3953C388ED11}" destId="{789E8784-0A46-4342-BDEE-205CECF07738}" srcOrd="3" destOrd="0" parTransId="{B77768A2-85DC-4064-BB18-22449DFCD2E9}" sibTransId="{D9E126CA-9A92-4FD0-8845-FA5B4CEC9E15}"/>
    <dgm:cxn modelId="{25584CCB-EBBF-47AE-8F1E-D20CC83B33A6}" type="presOf" srcId="{542CCB78-5BB6-4A62-BC63-A2D2E37BBA28}" destId="{75FBEDEF-7D1E-415A-8EEA-57E2CFD584D3}" srcOrd="0" destOrd="0" presId="urn:microsoft.com/office/officeart/2005/8/layout/hProcess7"/>
    <dgm:cxn modelId="{416FEDD5-13C6-4408-9CE5-B60D614ACD38}" type="presOf" srcId="{E21FBA8F-9A5E-4505-AF3F-4223F341EE51}" destId="{52E8063E-F13A-44DE-B81A-DFDA69E803DD}" srcOrd="0" destOrd="0" presId="urn:microsoft.com/office/officeart/2005/8/layout/hProcess7"/>
    <dgm:cxn modelId="{12E4DAE3-1B68-4635-A74C-AE0D952DFEA0}" type="presOf" srcId="{5EE63137-3BBE-45F1-BCF5-3953C388ED11}" destId="{C85FD070-C2CF-417E-A2DF-13A042B7E5EC}" srcOrd="0" destOrd="0" presId="urn:microsoft.com/office/officeart/2005/8/layout/hProcess7"/>
    <dgm:cxn modelId="{FA1E01E4-5537-4BD2-B9A1-4105D3B7A290}" type="presOf" srcId="{9DE9E6B7-442B-42C8-AAEE-95977B7E973D}" destId="{53AFF70D-DB50-4113-8747-78CF42F02D2B}" srcOrd="0" destOrd="0" presId="urn:microsoft.com/office/officeart/2005/8/layout/hProcess7"/>
    <dgm:cxn modelId="{07B82FEC-8910-4563-8909-AC2BAB01B424}" type="presOf" srcId="{81077247-8805-4185-8C7C-8F0FD55721A5}" destId="{5389DBDF-3A72-4092-A7C8-0FA88E0A0A71}" srcOrd="1" destOrd="0" presId="urn:microsoft.com/office/officeart/2005/8/layout/hProcess7"/>
    <dgm:cxn modelId="{71F2E4F1-53C0-4C7D-A07D-DE3685AC8219}" type="presOf" srcId="{E21FBA8F-9A5E-4505-AF3F-4223F341EE51}" destId="{2D61B79C-92CD-4DB2-A660-BAFB6D5725EB}" srcOrd="1" destOrd="0" presId="urn:microsoft.com/office/officeart/2005/8/layout/hProcess7"/>
    <dgm:cxn modelId="{3B963740-955F-496C-859F-54B03B4C1CE5}" type="presParOf" srcId="{C85FD070-C2CF-417E-A2DF-13A042B7E5EC}" destId="{5F2653BB-36F8-422C-AFBD-F94C4FDBA30C}" srcOrd="0" destOrd="0" presId="urn:microsoft.com/office/officeart/2005/8/layout/hProcess7"/>
    <dgm:cxn modelId="{F4D0C4FC-591E-4B66-826F-9DFAD1DAD1BA}" type="presParOf" srcId="{5F2653BB-36F8-422C-AFBD-F94C4FDBA30C}" destId="{1DFECFF5-FED1-45C7-9046-731572C166D8}" srcOrd="0" destOrd="0" presId="urn:microsoft.com/office/officeart/2005/8/layout/hProcess7"/>
    <dgm:cxn modelId="{FCB656D6-595F-4642-B147-1053021E01E8}" type="presParOf" srcId="{5F2653BB-36F8-422C-AFBD-F94C4FDBA30C}" destId="{5389DBDF-3A72-4092-A7C8-0FA88E0A0A71}" srcOrd="1" destOrd="0" presId="urn:microsoft.com/office/officeart/2005/8/layout/hProcess7"/>
    <dgm:cxn modelId="{1BD01EC6-E4E8-483A-8D6E-FF2954370BD8}" type="presParOf" srcId="{5F2653BB-36F8-422C-AFBD-F94C4FDBA30C}" destId="{75FBEDEF-7D1E-415A-8EEA-57E2CFD584D3}" srcOrd="2" destOrd="0" presId="urn:microsoft.com/office/officeart/2005/8/layout/hProcess7"/>
    <dgm:cxn modelId="{773E951B-A699-4E7F-A032-A62861AD7625}" type="presParOf" srcId="{C85FD070-C2CF-417E-A2DF-13A042B7E5EC}" destId="{CD88B732-4196-4ADD-A3FA-EFFB7E57A70D}" srcOrd="1" destOrd="0" presId="urn:microsoft.com/office/officeart/2005/8/layout/hProcess7"/>
    <dgm:cxn modelId="{8917A991-6DE8-42E7-9F62-FC11E71CA0BB}" type="presParOf" srcId="{C85FD070-C2CF-417E-A2DF-13A042B7E5EC}" destId="{0EA538A2-F2B7-40DA-9C0A-9F7E87C46D45}" srcOrd="2" destOrd="0" presId="urn:microsoft.com/office/officeart/2005/8/layout/hProcess7"/>
    <dgm:cxn modelId="{E6FEBFF3-EEE7-489A-B657-050373A955E6}" type="presParOf" srcId="{0EA538A2-F2B7-40DA-9C0A-9F7E87C46D45}" destId="{18632077-6C51-4F90-8FF3-3DD04305E94B}" srcOrd="0" destOrd="0" presId="urn:microsoft.com/office/officeart/2005/8/layout/hProcess7"/>
    <dgm:cxn modelId="{15D91051-EB77-48BF-A9FB-EDB9FDF82780}" type="presParOf" srcId="{0EA538A2-F2B7-40DA-9C0A-9F7E87C46D45}" destId="{0AEF3974-15DC-4A9C-B021-96FB7CA9B974}" srcOrd="1" destOrd="0" presId="urn:microsoft.com/office/officeart/2005/8/layout/hProcess7"/>
    <dgm:cxn modelId="{741E903A-34A0-4F4D-9E3C-761F049169B0}" type="presParOf" srcId="{0EA538A2-F2B7-40DA-9C0A-9F7E87C46D45}" destId="{07BC5934-B1AA-4205-8D16-3646713A51F4}" srcOrd="2" destOrd="0" presId="urn:microsoft.com/office/officeart/2005/8/layout/hProcess7"/>
    <dgm:cxn modelId="{0C98ABC9-7971-45B9-BD8C-D76C8EEB6B8F}" type="presParOf" srcId="{C85FD070-C2CF-417E-A2DF-13A042B7E5EC}" destId="{945FEB4C-9B0B-45A7-A8A5-4C5E2609780A}" srcOrd="3" destOrd="0" presId="urn:microsoft.com/office/officeart/2005/8/layout/hProcess7"/>
    <dgm:cxn modelId="{BFD80C81-E8D1-4EA0-B566-0431F22269AB}" type="presParOf" srcId="{C85FD070-C2CF-417E-A2DF-13A042B7E5EC}" destId="{BD1C0F1F-2587-423D-9C76-47601378D292}" srcOrd="4" destOrd="0" presId="urn:microsoft.com/office/officeart/2005/8/layout/hProcess7"/>
    <dgm:cxn modelId="{F3A2A917-5D04-497D-8C76-A853E3E3FE24}" type="presParOf" srcId="{BD1C0F1F-2587-423D-9C76-47601378D292}" destId="{907971B4-709F-48FB-A122-9997BCD2315C}" srcOrd="0" destOrd="0" presId="urn:microsoft.com/office/officeart/2005/8/layout/hProcess7"/>
    <dgm:cxn modelId="{FE552B4C-0D3E-43B6-8CA4-2AF6351E9400}" type="presParOf" srcId="{BD1C0F1F-2587-423D-9C76-47601378D292}" destId="{32483592-8111-49C1-A302-ED0EC5E2E45C}" srcOrd="1" destOrd="0" presId="urn:microsoft.com/office/officeart/2005/8/layout/hProcess7"/>
    <dgm:cxn modelId="{B136D1F4-5348-422C-9EFF-96017C3C730A}" type="presParOf" srcId="{BD1C0F1F-2587-423D-9C76-47601378D292}" destId="{019368C9-4644-49BA-A116-29E6C7458ACD}" srcOrd="2" destOrd="0" presId="urn:microsoft.com/office/officeart/2005/8/layout/hProcess7"/>
    <dgm:cxn modelId="{3ED5248E-C358-4185-A04B-F691796F18C3}" type="presParOf" srcId="{C85FD070-C2CF-417E-A2DF-13A042B7E5EC}" destId="{EB98F453-4724-4256-BFA6-D7B731A20911}" srcOrd="5" destOrd="0" presId="urn:microsoft.com/office/officeart/2005/8/layout/hProcess7"/>
    <dgm:cxn modelId="{AB431CD0-DF7F-4DB2-AC85-067DACB01391}" type="presParOf" srcId="{C85FD070-C2CF-417E-A2DF-13A042B7E5EC}" destId="{0A6C252C-C080-491E-93EC-BB30EC740EFA}" srcOrd="6" destOrd="0" presId="urn:microsoft.com/office/officeart/2005/8/layout/hProcess7"/>
    <dgm:cxn modelId="{B3CCC137-53C8-495C-B658-529415D249FE}" type="presParOf" srcId="{0A6C252C-C080-491E-93EC-BB30EC740EFA}" destId="{F7E90D8B-5E7C-4C7F-8667-1562044AF61B}" srcOrd="0" destOrd="0" presId="urn:microsoft.com/office/officeart/2005/8/layout/hProcess7"/>
    <dgm:cxn modelId="{7EAA333A-7C6C-4416-9415-3153FACB1B5C}" type="presParOf" srcId="{0A6C252C-C080-491E-93EC-BB30EC740EFA}" destId="{1D3B3B20-2562-4A64-8797-ED63B5B9451F}" srcOrd="1" destOrd="0" presId="urn:microsoft.com/office/officeart/2005/8/layout/hProcess7"/>
    <dgm:cxn modelId="{123B806D-A5A6-436F-88B0-F77ED49A654E}" type="presParOf" srcId="{0A6C252C-C080-491E-93EC-BB30EC740EFA}" destId="{B9C17077-6439-43ED-B6EC-50B4CCC4ACD6}" srcOrd="2" destOrd="0" presId="urn:microsoft.com/office/officeart/2005/8/layout/hProcess7"/>
    <dgm:cxn modelId="{7A61FC4B-C6A8-492F-994F-3E63A7B48164}" type="presParOf" srcId="{C85FD070-C2CF-417E-A2DF-13A042B7E5EC}" destId="{B97D167E-949D-4E75-A72D-766F6E60B443}" srcOrd="7" destOrd="0" presId="urn:microsoft.com/office/officeart/2005/8/layout/hProcess7"/>
    <dgm:cxn modelId="{66722039-5D3F-428A-97C1-1C10AC2B068C}" type="presParOf" srcId="{C85FD070-C2CF-417E-A2DF-13A042B7E5EC}" destId="{FCEB7B8B-0D8A-4852-BC9C-84472B41B39E}" srcOrd="8" destOrd="0" presId="urn:microsoft.com/office/officeart/2005/8/layout/hProcess7"/>
    <dgm:cxn modelId="{BB4CD43B-A501-41D2-9F80-BA1A556B9847}" type="presParOf" srcId="{FCEB7B8B-0D8A-4852-BC9C-84472B41B39E}" destId="{C5BEF00A-C4A0-491C-9457-F1C42601D609}" srcOrd="0" destOrd="0" presId="urn:microsoft.com/office/officeart/2005/8/layout/hProcess7"/>
    <dgm:cxn modelId="{7CADE810-C7C1-44FA-AEC6-3D5EAB96C76F}" type="presParOf" srcId="{FCEB7B8B-0D8A-4852-BC9C-84472B41B39E}" destId="{552BC151-6F4A-4E1C-A1FE-BDA7F2507210}" srcOrd="1" destOrd="0" presId="urn:microsoft.com/office/officeart/2005/8/layout/hProcess7"/>
    <dgm:cxn modelId="{49DCE76A-B63B-4AA1-80E9-164CE483D1BF}" type="presParOf" srcId="{FCEB7B8B-0D8A-4852-BC9C-84472B41B39E}" destId="{F4D98FAC-0158-4882-962A-A4B114239BBC}" srcOrd="2" destOrd="0" presId="urn:microsoft.com/office/officeart/2005/8/layout/hProcess7"/>
    <dgm:cxn modelId="{916C61DD-6A23-428B-AD28-25572FA44C55}" type="presParOf" srcId="{C85FD070-C2CF-417E-A2DF-13A042B7E5EC}" destId="{92E195AE-89CD-4530-A067-06B69E7BA116}" srcOrd="9" destOrd="0" presId="urn:microsoft.com/office/officeart/2005/8/layout/hProcess7"/>
    <dgm:cxn modelId="{9C056BCC-F35F-4A91-B93E-33DCE7D216CE}" type="presParOf" srcId="{C85FD070-C2CF-417E-A2DF-13A042B7E5EC}" destId="{448F1D6B-9F1D-4DB8-97CE-C07D50599D8B}" srcOrd="10" destOrd="0" presId="urn:microsoft.com/office/officeart/2005/8/layout/hProcess7"/>
    <dgm:cxn modelId="{359451CA-C1D7-4DA7-A829-66E51BBD1C9F}" type="presParOf" srcId="{448F1D6B-9F1D-4DB8-97CE-C07D50599D8B}" destId="{632CF58A-C7A8-4DD2-83E9-5A654C1946F7}" srcOrd="0" destOrd="0" presId="urn:microsoft.com/office/officeart/2005/8/layout/hProcess7"/>
    <dgm:cxn modelId="{CF5BEB8F-CA75-4128-98A9-0D886331F10A}" type="presParOf" srcId="{448F1D6B-9F1D-4DB8-97CE-C07D50599D8B}" destId="{8ED97346-74EE-465C-8892-46390063D500}" srcOrd="1" destOrd="0" presId="urn:microsoft.com/office/officeart/2005/8/layout/hProcess7"/>
    <dgm:cxn modelId="{162DB8CA-5D3F-4739-BA6A-786574AF35C5}" type="presParOf" srcId="{448F1D6B-9F1D-4DB8-97CE-C07D50599D8B}" destId="{B29DB41E-CD7E-4DA8-A4E7-78E8ECA5A361}" srcOrd="2" destOrd="0" presId="urn:microsoft.com/office/officeart/2005/8/layout/hProcess7"/>
    <dgm:cxn modelId="{CD7B977C-AA8D-4E9A-9DF6-31C97AA9D53B}" type="presParOf" srcId="{C85FD070-C2CF-417E-A2DF-13A042B7E5EC}" destId="{16ACB1B2-D642-4A1F-BCBA-6D89E8DEECE9}" srcOrd="11" destOrd="0" presId="urn:microsoft.com/office/officeart/2005/8/layout/hProcess7"/>
    <dgm:cxn modelId="{3F6C36F1-2D6E-4073-A273-195386B87C33}" type="presParOf" srcId="{C85FD070-C2CF-417E-A2DF-13A042B7E5EC}" destId="{C284C87C-7F58-4286-A4E9-B59A2BD6E968}" srcOrd="12" destOrd="0" presId="urn:microsoft.com/office/officeart/2005/8/layout/hProcess7"/>
    <dgm:cxn modelId="{BB4D48FC-3326-4A50-81C9-E8CE35A48AE8}" type="presParOf" srcId="{C284C87C-7F58-4286-A4E9-B59A2BD6E968}" destId="{6F209839-CE96-4F39-B0B5-E35CA4FA5EB3}" srcOrd="0" destOrd="0" presId="urn:microsoft.com/office/officeart/2005/8/layout/hProcess7"/>
    <dgm:cxn modelId="{5DEE39C0-7F21-422F-9BA3-D0497E3DA157}" type="presParOf" srcId="{C284C87C-7F58-4286-A4E9-B59A2BD6E968}" destId="{401CCD7C-6066-4A55-8BAC-AC0A42BAACE6}" srcOrd="1" destOrd="0" presId="urn:microsoft.com/office/officeart/2005/8/layout/hProcess7"/>
    <dgm:cxn modelId="{374CA7CA-603C-427F-9CB2-76F99B6721A8}" type="presParOf" srcId="{C284C87C-7F58-4286-A4E9-B59A2BD6E968}" destId="{53AFF70D-DB50-4113-8747-78CF42F02D2B}" srcOrd="2" destOrd="0" presId="urn:microsoft.com/office/officeart/2005/8/layout/hProcess7"/>
    <dgm:cxn modelId="{A33FEF37-4BA0-46F7-9D08-568074768252}" type="presParOf" srcId="{C85FD070-C2CF-417E-A2DF-13A042B7E5EC}" destId="{B7466A24-DC2A-4B14-AE5A-E8CFE8BA628E}" srcOrd="13" destOrd="0" presId="urn:microsoft.com/office/officeart/2005/8/layout/hProcess7"/>
    <dgm:cxn modelId="{6C64EE28-DBBB-4BC6-9A93-232CB67D1BD2}" type="presParOf" srcId="{C85FD070-C2CF-417E-A2DF-13A042B7E5EC}" destId="{89E16512-EB4F-4464-80F5-90E7C6EEAEE4}" srcOrd="14" destOrd="0" presId="urn:microsoft.com/office/officeart/2005/8/layout/hProcess7"/>
    <dgm:cxn modelId="{2BA42DB9-D0D0-40BE-8DF4-9C764F0CFC1E}" type="presParOf" srcId="{89E16512-EB4F-4464-80F5-90E7C6EEAEE4}" destId="{C0BF7CC2-20FA-4C69-9AFE-1ADE6F6F9E7C}" srcOrd="0" destOrd="0" presId="urn:microsoft.com/office/officeart/2005/8/layout/hProcess7"/>
    <dgm:cxn modelId="{42E94FCB-2DE8-4102-B499-03B300275ADF}" type="presParOf" srcId="{89E16512-EB4F-4464-80F5-90E7C6EEAEE4}" destId="{0608F75A-E52E-4704-B6B1-1FD0DFB4564E}" srcOrd="1" destOrd="0" presId="urn:microsoft.com/office/officeart/2005/8/layout/hProcess7"/>
    <dgm:cxn modelId="{CD5B9F3F-2B75-41F7-81BA-C95A56B2CDBB}" type="presParOf" srcId="{89E16512-EB4F-4464-80F5-90E7C6EEAEE4}" destId="{DEE00B6F-BB75-416C-B1EF-E92CAB937DA6}" srcOrd="2" destOrd="0" presId="urn:microsoft.com/office/officeart/2005/8/layout/hProcess7"/>
    <dgm:cxn modelId="{D1C54C21-639D-4408-8FF8-29FAD9187D5A}" type="presParOf" srcId="{C85FD070-C2CF-417E-A2DF-13A042B7E5EC}" destId="{44B957FD-C204-4ACE-A289-614D007F1B38}" srcOrd="15" destOrd="0" presId="urn:microsoft.com/office/officeart/2005/8/layout/hProcess7"/>
    <dgm:cxn modelId="{2D4FADD1-719A-4442-B719-5CEC707C76EE}" type="presParOf" srcId="{C85FD070-C2CF-417E-A2DF-13A042B7E5EC}" destId="{4845E941-CD8A-43F0-88EB-E63C48C5081A}" srcOrd="16" destOrd="0" presId="urn:microsoft.com/office/officeart/2005/8/layout/hProcess7"/>
    <dgm:cxn modelId="{D20F901D-EA9C-4FEE-B132-3C069FC19897}" type="presParOf" srcId="{4845E941-CD8A-43F0-88EB-E63C48C5081A}" destId="{52E8063E-F13A-44DE-B81A-DFDA69E803DD}" srcOrd="0" destOrd="0" presId="urn:microsoft.com/office/officeart/2005/8/layout/hProcess7"/>
    <dgm:cxn modelId="{4CDFBEE5-6EAA-4F95-AA65-7149CBFE320F}" type="presParOf" srcId="{4845E941-CD8A-43F0-88EB-E63C48C5081A}" destId="{2D61B79C-92CD-4DB2-A660-BAFB6D5725EB}" srcOrd="1" destOrd="0" presId="urn:microsoft.com/office/officeart/2005/8/layout/hProcess7"/>
    <dgm:cxn modelId="{16B02485-4086-4788-815D-24F20FC3C72C}" type="presParOf" srcId="{4845E941-CD8A-43F0-88EB-E63C48C5081A}" destId="{5C5E45E4-DA45-457F-A1A4-7DCA830FA220}" srcOrd="2" destOrd="0" presId="urn:microsoft.com/office/officeart/2005/8/layout/hProcess7"/>
    <dgm:cxn modelId="{D255B1C5-6440-4249-AD49-6BFADA2EAC61}" type="presParOf" srcId="{C85FD070-C2CF-417E-A2DF-13A042B7E5EC}" destId="{A2F2B9A0-9190-4EA7-9725-3962A905785E}" srcOrd="17" destOrd="0" presId="urn:microsoft.com/office/officeart/2005/8/layout/hProcess7"/>
    <dgm:cxn modelId="{C6540338-2A74-4084-BFDD-CF738D8FE088}" type="presParOf" srcId="{C85FD070-C2CF-417E-A2DF-13A042B7E5EC}" destId="{2F296FE1-325D-4DD6-8F03-CFBD07E214F2}" srcOrd="18" destOrd="0" presId="urn:microsoft.com/office/officeart/2005/8/layout/hProcess7"/>
    <dgm:cxn modelId="{F1F82361-9965-4E67-8A50-7C03E9BB4025}" type="presParOf" srcId="{2F296FE1-325D-4DD6-8F03-CFBD07E214F2}" destId="{ECB2277A-B941-4FFD-9B72-7CAD1676BCD2}" srcOrd="0" destOrd="0" presId="urn:microsoft.com/office/officeart/2005/8/layout/hProcess7"/>
    <dgm:cxn modelId="{F1B78D41-1E3C-4C39-A078-CC59BCB6B7FE}" type="presParOf" srcId="{2F296FE1-325D-4DD6-8F03-CFBD07E214F2}" destId="{F000EDBB-F049-4F3A-9B6F-CB68ACA3B911}" srcOrd="1" destOrd="0" presId="urn:microsoft.com/office/officeart/2005/8/layout/hProcess7"/>
    <dgm:cxn modelId="{315CC4F6-9498-4CC5-BF89-357FA0E46A53}" type="presParOf" srcId="{2F296FE1-325D-4DD6-8F03-CFBD07E214F2}" destId="{F4997848-7DA6-4449-A837-179C0B12CC54}" srcOrd="2" destOrd="0" presId="urn:microsoft.com/office/officeart/2005/8/layout/hProcess7"/>
    <dgm:cxn modelId="{C770EDE4-B286-4579-958C-203B1995415E}" type="presParOf" srcId="{C85FD070-C2CF-417E-A2DF-13A042B7E5EC}" destId="{2102CC18-8D10-42F4-9DF4-7E05A5826D2C}" srcOrd="19" destOrd="0" presId="urn:microsoft.com/office/officeart/2005/8/layout/hProcess7"/>
    <dgm:cxn modelId="{F9F899F6-1DB5-4F25-8FFF-F99DE648AC36}" type="presParOf" srcId="{C85FD070-C2CF-417E-A2DF-13A042B7E5EC}" destId="{9E287F28-D7A6-45A8-B922-81C0EA44EB44}" srcOrd="20" destOrd="0" presId="urn:microsoft.com/office/officeart/2005/8/layout/hProcess7"/>
    <dgm:cxn modelId="{9608AA7B-F973-40AE-97D5-B10D2ACDBF92}" type="presParOf" srcId="{9E287F28-D7A6-45A8-B922-81C0EA44EB44}" destId="{5D9C820D-B276-4BCC-88AE-D61B8E747473}" srcOrd="0" destOrd="0" presId="urn:microsoft.com/office/officeart/2005/8/layout/hProcess7"/>
    <dgm:cxn modelId="{7003FB12-EEBE-4BB4-8F2C-92E48DE84C08}" type="presParOf" srcId="{9E287F28-D7A6-45A8-B922-81C0EA44EB44}" destId="{76875240-9F42-4E63-A270-6FDCB2CED223}" srcOrd="1" destOrd="0" presId="urn:microsoft.com/office/officeart/2005/8/layout/hProcess7"/>
    <dgm:cxn modelId="{1619B2F6-E8CD-4407-BAC4-D60271CEAE5A}" type="presParOf" srcId="{9E287F28-D7A6-45A8-B922-81C0EA44EB44}" destId="{FB18B56B-F44F-4EB5-84F0-DE2B4D4EC34D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052EFE-6F7F-467A-AD96-CADAE2D940C6}" type="doc">
      <dgm:prSet loTypeId="urn:microsoft.com/office/officeart/2011/layout/Tab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78C960B-F397-43B2-A5A5-909247B137C5}">
      <dgm:prSet phldrT="[Text]" phldr="0"/>
      <dgm:spPr/>
      <dgm:t>
        <a:bodyPr/>
        <a:lstStyle/>
        <a:p>
          <a:r>
            <a:rPr lang="en-IN" dirty="0"/>
            <a:t>Retail Stores</a:t>
          </a:r>
        </a:p>
      </dgm:t>
    </dgm:pt>
    <dgm:pt modelId="{D080368C-06DD-42A9-ABDF-1D676E30F7BF}" type="parTrans" cxnId="{8D896432-93DA-4F49-A1A5-FB53A6945FE4}">
      <dgm:prSet/>
      <dgm:spPr/>
      <dgm:t>
        <a:bodyPr/>
        <a:lstStyle/>
        <a:p>
          <a:endParaRPr lang="en-IN"/>
        </a:p>
      </dgm:t>
    </dgm:pt>
    <dgm:pt modelId="{AA26C10B-24CB-462C-8213-389C8F5DF02E}" type="sibTrans" cxnId="{8D896432-93DA-4F49-A1A5-FB53A6945FE4}">
      <dgm:prSet/>
      <dgm:spPr/>
      <dgm:t>
        <a:bodyPr/>
        <a:lstStyle/>
        <a:p>
          <a:endParaRPr lang="en-IN"/>
        </a:p>
      </dgm:t>
    </dgm:pt>
    <dgm:pt modelId="{BEA5B8E1-78B5-4B48-B2C1-1CFC81826934}">
      <dgm:prSet phldrT="[Text]" phldr="0"/>
      <dgm:spPr/>
      <dgm:t>
        <a:bodyPr/>
        <a:lstStyle/>
        <a:p>
          <a:r>
            <a:rPr lang="en-IN" dirty="0"/>
            <a:t>.</a:t>
          </a:r>
        </a:p>
      </dgm:t>
    </dgm:pt>
    <dgm:pt modelId="{7BAC83FB-ED51-4407-AB4F-251CF2E3C069}" type="parTrans" cxnId="{4D575441-73A6-4A6A-8FA3-A41F43972A96}">
      <dgm:prSet/>
      <dgm:spPr/>
      <dgm:t>
        <a:bodyPr/>
        <a:lstStyle/>
        <a:p>
          <a:endParaRPr lang="en-IN"/>
        </a:p>
      </dgm:t>
    </dgm:pt>
    <dgm:pt modelId="{CF40242F-23CB-432B-BA1D-50D588C3CBA2}" type="sibTrans" cxnId="{4D575441-73A6-4A6A-8FA3-A41F43972A96}">
      <dgm:prSet/>
      <dgm:spPr/>
      <dgm:t>
        <a:bodyPr/>
        <a:lstStyle/>
        <a:p>
          <a:endParaRPr lang="en-IN"/>
        </a:p>
      </dgm:t>
    </dgm:pt>
    <dgm:pt modelId="{4A0247E1-FA0C-4BB4-9E84-1414562CE49E}">
      <dgm:prSet phldrT="[Text]" phldr="0"/>
      <dgm:spPr/>
      <dgm:t>
        <a:bodyPr/>
        <a:lstStyle/>
        <a:p>
          <a:r>
            <a:rPr lang="en-IN" dirty="0"/>
            <a:t>Helps manage product stock and track sales efficiently.</a:t>
          </a:r>
        </a:p>
      </dgm:t>
    </dgm:pt>
    <dgm:pt modelId="{66D9F3CB-4A2C-468D-AE78-DBBB815298B1}" type="parTrans" cxnId="{76CC8B38-ED08-44D1-9525-2A90F6EC394D}">
      <dgm:prSet/>
      <dgm:spPr/>
      <dgm:t>
        <a:bodyPr/>
        <a:lstStyle/>
        <a:p>
          <a:endParaRPr lang="en-IN"/>
        </a:p>
      </dgm:t>
    </dgm:pt>
    <dgm:pt modelId="{F07DD754-707F-4D77-953A-6F922A8F6996}" type="sibTrans" cxnId="{76CC8B38-ED08-44D1-9525-2A90F6EC394D}">
      <dgm:prSet/>
      <dgm:spPr/>
      <dgm:t>
        <a:bodyPr/>
        <a:lstStyle/>
        <a:p>
          <a:endParaRPr lang="en-IN"/>
        </a:p>
      </dgm:t>
    </dgm:pt>
    <dgm:pt modelId="{CC1ECE6D-ACE4-43DF-BF6B-3AE6D6152DA2}">
      <dgm:prSet phldrT="[Text]" phldr="0"/>
      <dgm:spPr/>
      <dgm:t>
        <a:bodyPr/>
        <a:lstStyle/>
        <a:p>
          <a:r>
            <a:rPr lang="en-IN" dirty="0"/>
            <a:t>E-commerce</a:t>
          </a:r>
        </a:p>
      </dgm:t>
    </dgm:pt>
    <dgm:pt modelId="{04F9D52C-95D3-48F8-B93B-296299F6BC26}" type="parTrans" cxnId="{44F015A5-80F7-45AE-91E2-2B26DD4408E9}">
      <dgm:prSet/>
      <dgm:spPr/>
      <dgm:t>
        <a:bodyPr/>
        <a:lstStyle/>
        <a:p>
          <a:endParaRPr lang="en-IN"/>
        </a:p>
      </dgm:t>
    </dgm:pt>
    <dgm:pt modelId="{3CE6AAA2-395A-4BB7-A456-5825AC2ED20F}" type="sibTrans" cxnId="{44F015A5-80F7-45AE-91E2-2B26DD4408E9}">
      <dgm:prSet/>
      <dgm:spPr/>
      <dgm:t>
        <a:bodyPr/>
        <a:lstStyle/>
        <a:p>
          <a:endParaRPr lang="en-IN"/>
        </a:p>
      </dgm:t>
    </dgm:pt>
    <dgm:pt modelId="{AD9256EA-67B4-4FA2-A5B7-2B6F93972597}">
      <dgm:prSet phldrT="[Text]" phldr="0"/>
      <dgm:spPr/>
      <dgm:t>
        <a:bodyPr/>
        <a:lstStyle/>
        <a:p>
          <a:r>
            <a:rPr lang="en-IN" dirty="0"/>
            <a:t>.</a:t>
          </a:r>
        </a:p>
      </dgm:t>
    </dgm:pt>
    <dgm:pt modelId="{D2CE6E35-3CB3-47ED-A47A-C85AFE858121}" type="parTrans" cxnId="{2EABF8CB-0A33-4FD3-9688-388D10AB74C1}">
      <dgm:prSet/>
      <dgm:spPr/>
      <dgm:t>
        <a:bodyPr/>
        <a:lstStyle/>
        <a:p>
          <a:endParaRPr lang="en-IN"/>
        </a:p>
      </dgm:t>
    </dgm:pt>
    <dgm:pt modelId="{66FE325C-8439-4DE6-BACC-4CDE64950D3F}" type="sibTrans" cxnId="{2EABF8CB-0A33-4FD3-9688-388D10AB74C1}">
      <dgm:prSet/>
      <dgm:spPr/>
      <dgm:t>
        <a:bodyPr/>
        <a:lstStyle/>
        <a:p>
          <a:endParaRPr lang="en-IN"/>
        </a:p>
      </dgm:t>
    </dgm:pt>
    <dgm:pt modelId="{EF5C0F6F-1A55-483A-BB70-02A3DC6B79EB}">
      <dgm:prSet phldrT="[Text]" phldr="0"/>
      <dgm:spPr/>
      <dgm:t>
        <a:bodyPr/>
        <a:lstStyle/>
        <a:p>
          <a:r>
            <a:rPr lang="en-IN" dirty="0"/>
            <a:t>Enables real-time inventory updates across online platforms.</a:t>
          </a:r>
        </a:p>
      </dgm:t>
    </dgm:pt>
    <dgm:pt modelId="{50CAE5E2-7B3A-4742-9828-C9F73569FB3C}" type="parTrans" cxnId="{85829EAE-9BB1-4EA2-96E9-B1CAC0FB13F9}">
      <dgm:prSet/>
      <dgm:spPr/>
      <dgm:t>
        <a:bodyPr/>
        <a:lstStyle/>
        <a:p>
          <a:endParaRPr lang="en-IN"/>
        </a:p>
      </dgm:t>
    </dgm:pt>
    <dgm:pt modelId="{EFBB11FC-9FC1-4014-A9C0-C83B10C55D4E}" type="sibTrans" cxnId="{85829EAE-9BB1-4EA2-96E9-B1CAC0FB13F9}">
      <dgm:prSet/>
      <dgm:spPr/>
      <dgm:t>
        <a:bodyPr/>
        <a:lstStyle/>
        <a:p>
          <a:endParaRPr lang="en-IN"/>
        </a:p>
      </dgm:t>
    </dgm:pt>
    <dgm:pt modelId="{BA9846D5-1EF7-45E0-89C2-8B616CA859F1}">
      <dgm:prSet phldrT="[Text]" phldr="0"/>
      <dgm:spPr/>
      <dgm:t>
        <a:bodyPr/>
        <a:lstStyle/>
        <a:p>
          <a:r>
            <a:rPr lang="en-IN" dirty="0"/>
            <a:t>Warehouses</a:t>
          </a:r>
        </a:p>
      </dgm:t>
    </dgm:pt>
    <dgm:pt modelId="{B43415D7-754A-4E58-ABFA-360E6B4D18A2}" type="parTrans" cxnId="{E752AE7E-4C92-44E7-80B1-97B02A5E335A}">
      <dgm:prSet/>
      <dgm:spPr/>
      <dgm:t>
        <a:bodyPr/>
        <a:lstStyle/>
        <a:p>
          <a:endParaRPr lang="en-IN"/>
        </a:p>
      </dgm:t>
    </dgm:pt>
    <dgm:pt modelId="{CE65B5AA-ED41-4F25-82E8-43B1F3E2769D}" type="sibTrans" cxnId="{E752AE7E-4C92-44E7-80B1-97B02A5E335A}">
      <dgm:prSet/>
      <dgm:spPr/>
      <dgm:t>
        <a:bodyPr/>
        <a:lstStyle/>
        <a:p>
          <a:endParaRPr lang="en-IN"/>
        </a:p>
      </dgm:t>
    </dgm:pt>
    <dgm:pt modelId="{2521D510-F887-4B27-AD20-235D58C9DA65}">
      <dgm:prSet phldrT="[Text]" phldr="0"/>
      <dgm:spPr/>
      <dgm:t>
        <a:bodyPr/>
        <a:lstStyle/>
        <a:p>
          <a:r>
            <a:rPr lang="en-IN" dirty="0"/>
            <a:t>.</a:t>
          </a:r>
        </a:p>
      </dgm:t>
    </dgm:pt>
    <dgm:pt modelId="{D9B80008-1177-448D-A441-2638DCBDCF4A}" type="parTrans" cxnId="{82CF1398-AD02-4FB9-94C4-ED27644AF563}">
      <dgm:prSet/>
      <dgm:spPr/>
      <dgm:t>
        <a:bodyPr/>
        <a:lstStyle/>
        <a:p>
          <a:endParaRPr lang="en-IN"/>
        </a:p>
      </dgm:t>
    </dgm:pt>
    <dgm:pt modelId="{A036C93D-3C53-4379-B2AD-E1559C47BA11}" type="sibTrans" cxnId="{82CF1398-AD02-4FB9-94C4-ED27644AF563}">
      <dgm:prSet/>
      <dgm:spPr/>
      <dgm:t>
        <a:bodyPr/>
        <a:lstStyle/>
        <a:p>
          <a:endParaRPr lang="en-IN"/>
        </a:p>
      </dgm:t>
    </dgm:pt>
    <dgm:pt modelId="{97E22F48-F2F5-4A20-B5A5-6484A593C4EC}">
      <dgm:prSet phldrT="[Text]" phldr="0"/>
      <dgm:spPr/>
      <dgm:t>
        <a:bodyPr/>
        <a:lstStyle/>
        <a:p>
          <a:r>
            <a:rPr lang="en-IN" dirty="0"/>
            <a:t>Track stock movement and storage locations effectively.</a:t>
          </a:r>
        </a:p>
      </dgm:t>
    </dgm:pt>
    <dgm:pt modelId="{32E439E5-41E6-4CD7-B0BD-30D405AEE6B0}" type="parTrans" cxnId="{491D7D5D-E40A-46E7-9E74-0CBF87C874DE}">
      <dgm:prSet/>
      <dgm:spPr/>
      <dgm:t>
        <a:bodyPr/>
        <a:lstStyle/>
        <a:p>
          <a:endParaRPr lang="en-IN"/>
        </a:p>
      </dgm:t>
    </dgm:pt>
    <dgm:pt modelId="{E15614CA-8EE1-4F5D-9030-EABDE62DAB53}" type="sibTrans" cxnId="{491D7D5D-E40A-46E7-9E74-0CBF87C874DE}">
      <dgm:prSet/>
      <dgm:spPr/>
      <dgm:t>
        <a:bodyPr/>
        <a:lstStyle/>
        <a:p>
          <a:endParaRPr lang="en-IN"/>
        </a:p>
      </dgm:t>
    </dgm:pt>
    <dgm:pt modelId="{FBB7C5CA-3BB6-45E7-AC43-776FA9DF3278}">
      <dgm:prSet phldrT="[Text]" phldr="0"/>
      <dgm:spPr/>
      <dgm:t>
        <a:bodyPr/>
        <a:lstStyle/>
        <a:p>
          <a:r>
            <a:rPr lang="en-IN" dirty="0"/>
            <a:t>Reduces out-of-stock situations and improves customer satisfaction.</a:t>
          </a:r>
        </a:p>
      </dgm:t>
    </dgm:pt>
    <dgm:pt modelId="{5F223FE1-BEA4-4D72-8F65-B5F5CC4B2865}" type="parTrans" cxnId="{8D3FECA6-48F7-4DC9-89CF-CF4B0B90B4FC}">
      <dgm:prSet/>
      <dgm:spPr/>
      <dgm:t>
        <a:bodyPr/>
        <a:lstStyle/>
        <a:p>
          <a:endParaRPr lang="en-IN"/>
        </a:p>
      </dgm:t>
    </dgm:pt>
    <dgm:pt modelId="{B79802D3-9103-4DF4-AFEB-C8D87BC598F7}" type="sibTrans" cxnId="{8D3FECA6-48F7-4DC9-89CF-CF4B0B90B4FC}">
      <dgm:prSet/>
      <dgm:spPr/>
      <dgm:t>
        <a:bodyPr/>
        <a:lstStyle/>
        <a:p>
          <a:endParaRPr lang="en-IN"/>
        </a:p>
      </dgm:t>
    </dgm:pt>
    <dgm:pt modelId="{7FB076D9-72AA-4E6E-BF57-8E5D57F24918}">
      <dgm:prSet phldrT="[Text]" phldr="0"/>
      <dgm:spPr/>
      <dgm:t>
        <a:bodyPr/>
        <a:lstStyle/>
        <a:p>
          <a:r>
            <a:rPr lang="en-IN" dirty="0"/>
            <a:t>Ensures accurate order processing and faster delivery.</a:t>
          </a:r>
        </a:p>
      </dgm:t>
    </dgm:pt>
    <dgm:pt modelId="{F532662C-1B78-4E0F-9E7C-3332B8552D6C}" type="parTrans" cxnId="{531AA954-0EBC-42BD-873D-FB63A8A2D8BA}">
      <dgm:prSet/>
      <dgm:spPr/>
      <dgm:t>
        <a:bodyPr/>
        <a:lstStyle/>
        <a:p>
          <a:endParaRPr lang="en-IN"/>
        </a:p>
      </dgm:t>
    </dgm:pt>
    <dgm:pt modelId="{00BDB19D-9B00-49FA-9CF2-18C250A50E58}" type="sibTrans" cxnId="{531AA954-0EBC-42BD-873D-FB63A8A2D8BA}">
      <dgm:prSet/>
      <dgm:spPr/>
      <dgm:t>
        <a:bodyPr/>
        <a:lstStyle/>
        <a:p>
          <a:endParaRPr lang="en-IN"/>
        </a:p>
      </dgm:t>
    </dgm:pt>
    <dgm:pt modelId="{F6D71AE9-585E-4570-B581-052BDCEAED0F}">
      <dgm:prSet phldrT="[Text]" phldr="0"/>
      <dgm:spPr/>
      <dgm:t>
        <a:bodyPr/>
        <a:lstStyle/>
        <a:p>
          <a:r>
            <a:rPr lang="en-IN" dirty="0"/>
            <a:t>Improves organization and reduces handling errors.</a:t>
          </a:r>
        </a:p>
      </dgm:t>
    </dgm:pt>
    <dgm:pt modelId="{B8B94244-E8CE-4CF3-BA4C-64358848D111}" type="parTrans" cxnId="{892AADA1-588F-451E-85CF-0ADF96503D2A}">
      <dgm:prSet/>
      <dgm:spPr/>
      <dgm:t>
        <a:bodyPr/>
        <a:lstStyle/>
        <a:p>
          <a:endParaRPr lang="en-IN"/>
        </a:p>
      </dgm:t>
    </dgm:pt>
    <dgm:pt modelId="{8EA6CEAA-ABE9-46A1-BDE7-3D49C428F09A}" type="sibTrans" cxnId="{892AADA1-588F-451E-85CF-0ADF96503D2A}">
      <dgm:prSet/>
      <dgm:spPr/>
      <dgm:t>
        <a:bodyPr/>
        <a:lstStyle/>
        <a:p>
          <a:endParaRPr lang="en-IN"/>
        </a:p>
      </dgm:t>
    </dgm:pt>
    <dgm:pt modelId="{78DC8285-F750-45FF-BEA9-F78ABE6FD5A1}">
      <dgm:prSet/>
      <dgm:spPr/>
      <dgm:t>
        <a:bodyPr/>
        <a:lstStyle/>
        <a:p>
          <a:r>
            <a:rPr lang="en-IN" dirty="0"/>
            <a:t>Healthcare</a:t>
          </a:r>
        </a:p>
      </dgm:t>
    </dgm:pt>
    <dgm:pt modelId="{D008A2FE-5F80-4275-A737-F25451FAC082}" type="parTrans" cxnId="{B0AEA3CC-FA2B-42FF-9E9E-0925CC560E62}">
      <dgm:prSet/>
      <dgm:spPr/>
      <dgm:t>
        <a:bodyPr/>
        <a:lstStyle/>
        <a:p>
          <a:endParaRPr lang="en-IN"/>
        </a:p>
      </dgm:t>
    </dgm:pt>
    <dgm:pt modelId="{EF46E3AC-A843-4210-9854-232AF9DFE5D9}" type="sibTrans" cxnId="{B0AEA3CC-FA2B-42FF-9E9E-0925CC560E62}">
      <dgm:prSet/>
      <dgm:spPr/>
      <dgm:t>
        <a:bodyPr/>
        <a:lstStyle/>
        <a:p>
          <a:endParaRPr lang="en-IN"/>
        </a:p>
      </dgm:t>
    </dgm:pt>
    <dgm:pt modelId="{835CAD69-4CB3-4462-99EC-AEF9A97324D4}">
      <dgm:prSet/>
      <dgm:spPr/>
      <dgm:t>
        <a:bodyPr/>
        <a:lstStyle/>
        <a:p>
          <a:r>
            <a:rPr lang="en-IN" dirty="0"/>
            <a:t>.</a:t>
          </a:r>
        </a:p>
      </dgm:t>
    </dgm:pt>
    <dgm:pt modelId="{CE565C9B-A6D2-44C3-9C2C-370D5C11EB81}" type="parTrans" cxnId="{42180D37-C513-4948-8541-05FF2C71A391}">
      <dgm:prSet/>
      <dgm:spPr/>
      <dgm:t>
        <a:bodyPr/>
        <a:lstStyle/>
        <a:p>
          <a:endParaRPr lang="en-IN"/>
        </a:p>
      </dgm:t>
    </dgm:pt>
    <dgm:pt modelId="{4A942E79-E94B-48B1-8858-9907962DDE22}" type="sibTrans" cxnId="{42180D37-C513-4948-8541-05FF2C71A391}">
      <dgm:prSet/>
      <dgm:spPr/>
      <dgm:t>
        <a:bodyPr/>
        <a:lstStyle/>
        <a:p>
          <a:endParaRPr lang="en-IN"/>
        </a:p>
      </dgm:t>
    </dgm:pt>
    <dgm:pt modelId="{E6F52996-0D34-42D0-BFB4-433FAEF17E7D}">
      <dgm:prSet/>
      <dgm:spPr/>
      <dgm:t>
        <a:bodyPr/>
        <a:lstStyle/>
        <a:p>
          <a:r>
            <a:rPr lang="en-IN" dirty="0"/>
            <a:t>Manages medical supplies and equipment availability.</a:t>
          </a:r>
        </a:p>
      </dgm:t>
    </dgm:pt>
    <dgm:pt modelId="{B485ABC4-2D78-4815-9750-DEB8CDCA46F9}" type="parTrans" cxnId="{D701B10E-B836-4E86-AD7B-626641B1F418}">
      <dgm:prSet/>
      <dgm:spPr/>
      <dgm:t>
        <a:bodyPr/>
        <a:lstStyle/>
        <a:p>
          <a:endParaRPr lang="en-IN"/>
        </a:p>
      </dgm:t>
    </dgm:pt>
    <dgm:pt modelId="{C30DAB98-5155-4399-8ABC-DE7D75EA22BE}" type="sibTrans" cxnId="{D701B10E-B836-4E86-AD7B-626641B1F418}">
      <dgm:prSet/>
      <dgm:spPr/>
      <dgm:t>
        <a:bodyPr/>
        <a:lstStyle/>
        <a:p>
          <a:endParaRPr lang="en-IN"/>
        </a:p>
      </dgm:t>
    </dgm:pt>
    <dgm:pt modelId="{ADF524B2-DBF9-4FB1-B9DC-ACB91968EDDA}">
      <dgm:prSet/>
      <dgm:spPr/>
      <dgm:t>
        <a:bodyPr/>
        <a:lstStyle/>
        <a:p>
          <a:r>
            <a:rPr lang="en-IN" dirty="0"/>
            <a:t>Ensure timely access to essential items and avoids shortages.</a:t>
          </a:r>
        </a:p>
      </dgm:t>
    </dgm:pt>
    <dgm:pt modelId="{82AE9D68-C250-4A9F-86C4-E7964D1976EE}" type="parTrans" cxnId="{3497AEFA-2863-42BC-84B0-6D06AB7AA0BA}">
      <dgm:prSet/>
      <dgm:spPr/>
      <dgm:t>
        <a:bodyPr/>
        <a:lstStyle/>
        <a:p>
          <a:endParaRPr lang="en-IN"/>
        </a:p>
      </dgm:t>
    </dgm:pt>
    <dgm:pt modelId="{00E6A6E5-4E9C-4FDE-B155-5C5FA5BEAED2}" type="sibTrans" cxnId="{3497AEFA-2863-42BC-84B0-6D06AB7AA0BA}">
      <dgm:prSet/>
      <dgm:spPr/>
      <dgm:t>
        <a:bodyPr/>
        <a:lstStyle/>
        <a:p>
          <a:endParaRPr lang="en-IN"/>
        </a:p>
      </dgm:t>
    </dgm:pt>
    <dgm:pt modelId="{E81E7BD8-BF35-4F12-9332-24E30FFF6EB3}">
      <dgm:prSet/>
      <dgm:spPr/>
      <dgm:t>
        <a:bodyPr/>
        <a:lstStyle/>
        <a:p>
          <a:r>
            <a:rPr lang="en-IN" dirty="0"/>
            <a:t>Manufacturing</a:t>
          </a:r>
        </a:p>
      </dgm:t>
    </dgm:pt>
    <dgm:pt modelId="{924EA5E7-1A57-4D84-A4D4-329D5CD6092A}" type="parTrans" cxnId="{40D00254-6918-41F9-863D-907FD2019184}">
      <dgm:prSet/>
      <dgm:spPr/>
      <dgm:t>
        <a:bodyPr/>
        <a:lstStyle/>
        <a:p>
          <a:endParaRPr lang="en-IN"/>
        </a:p>
      </dgm:t>
    </dgm:pt>
    <dgm:pt modelId="{35F4F06F-0775-4DF1-BF50-854BDE926385}" type="sibTrans" cxnId="{40D00254-6918-41F9-863D-907FD2019184}">
      <dgm:prSet/>
      <dgm:spPr/>
      <dgm:t>
        <a:bodyPr/>
        <a:lstStyle/>
        <a:p>
          <a:endParaRPr lang="en-IN"/>
        </a:p>
      </dgm:t>
    </dgm:pt>
    <dgm:pt modelId="{9B47E4A4-EDAF-4FCA-8F32-1DBDE5075F01}">
      <dgm:prSet/>
      <dgm:spPr/>
      <dgm:t>
        <a:bodyPr/>
        <a:lstStyle/>
        <a:p>
          <a:r>
            <a:rPr lang="en-IN" dirty="0"/>
            <a:t>.</a:t>
          </a:r>
        </a:p>
      </dgm:t>
    </dgm:pt>
    <dgm:pt modelId="{04ACDFE2-BC84-459E-9281-0299CC721446}" type="parTrans" cxnId="{63D29E5D-DFE9-41AA-BFDB-058E0449F84F}">
      <dgm:prSet/>
      <dgm:spPr/>
      <dgm:t>
        <a:bodyPr/>
        <a:lstStyle/>
        <a:p>
          <a:endParaRPr lang="en-IN"/>
        </a:p>
      </dgm:t>
    </dgm:pt>
    <dgm:pt modelId="{CD43FF66-A6E5-4E5B-AF22-76973F7D12FB}" type="sibTrans" cxnId="{63D29E5D-DFE9-41AA-BFDB-058E0449F84F}">
      <dgm:prSet/>
      <dgm:spPr/>
      <dgm:t>
        <a:bodyPr/>
        <a:lstStyle/>
        <a:p>
          <a:endParaRPr lang="en-IN"/>
        </a:p>
      </dgm:t>
    </dgm:pt>
    <dgm:pt modelId="{8716D069-8016-40A4-9C09-3DD5187F577F}">
      <dgm:prSet/>
      <dgm:spPr/>
      <dgm:t>
        <a:bodyPr/>
        <a:lstStyle/>
        <a:p>
          <a:r>
            <a:rPr lang="en-IN" dirty="0"/>
            <a:t>Monitors raw materials and production inventory levels</a:t>
          </a:r>
        </a:p>
      </dgm:t>
    </dgm:pt>
    <dgm:pt modelId="{9A319C59-46D3-474B-84E6-AA38F2A58AC5}" type="parTrans" cxnId="{214719BD-1193-4203-88B6-E097BB3F008F}">
      <dgm:prSet/>
      <dgm:spPr/>
      <dgm:t>
        <a:bodyPr/>
        <a:lstStyle/>
        <a:p>
          <a:endParaRPr lang="en-IN"/>
        </a:p>
      </dgm:t>
    </dgm:pt>
    <dgm:pt modelId="{77579539-97FD-47E5-A6A9-199F22DF1DBD}" type="sibTrans" cxnId="{214719BD-1193-4203-88B6-E097BB3F008F}">
      <dgm:prSet/>
      <dgm:spPr/>
      <dgm:t>
        <a:bodyPr/>
        <a:lstStyle/>
        <a:p>
          <a:endParaRPr lang="en-IN"/>
        </a:p>
      </dgm:t>
    </dgm:pt>
    <dgm:pt modelId="{A2D74BF1-54DA-468D-9634-F3D078566A59}">
      <dgm:prSet/>
      <dgm:spPr/>
      <dgm:t>
        <a:bodyPr/>
        <a:lstStyle/>
        <a:p>
          <a:r>
            <a:rPr lang="en-IN" dirty="0"/>
            <a:t>Supports smooth production flow and reduces delays.</a:t>
          </a:r>
        </a:p>
      </dgm:t>
    </dgm:pt>
    <dgm:pt modelId="{BFDAC1AF-E2A4-4BB7-9765-377C1D1F0C2F}" type="parTrans" cxnId="{9F889E75-094C-4220-BB80-2A220517350A}">
      <dgm:prSet/>
      <dgm:spPr/>
      <dgm:t>
        <a:bodyPr/>
        <a:lstStyle/>
        <a:p>
          <a:endParaRPr lang="en-IN"/>
        </a:p>
      </dgm:t>
    </dgm:pt>
    <dgm:pt modelId="{5AA83059-FFA2-4334-9FB3-86C58C5E7CFD}" type="sibTrans" cxnId="{9F889E75-094C-4220-BB80-2A220517350A}">
      <dgm:prSet/>
      <dgm:spPr/>
      <dgm:t>
        <a:bodyPr/>
        <a:lstStyle/>
        <a:p>
          <a:endParaRPr lang="en-IN"/>
        </a:p>
      </dgm:t>
    </dgm:pt>
    <dgm:pt modelId="{5ACCDE8A-EE3B-4F88-AAD5-6C7AAEB695F3}" type="pres">
      <dgm:prSet presAssocID="{80052EFE-6F7F-467A-AD96-CADAE2D940C6}" presName="Name0" presStyleCnt="0">
        <dgm:presLayoutVars>
          <dgm:chMax/>
          <dgm:chPref val="3"/>
          <dgm:dir/>
          <dgm:animOne val="branch"/>
          <dgm:animLvl val="lvl"/>
        </dgm:presLayoutVars>
      </dgm:prSet>
      <dgm:spPr/>
    </dgm:pt>
    <dgm:pt modelId="{90A08176-C167-4F54-AB50-F469BC341B56}" type="pres">
      <dgm:prSet presAssocID="{C78C960B-F397-43B2-A5A5-909247B137C5}" presName="composite" presStyleCnt="0"/>
      <dgm:spPr/>
    </dgm:pt>
    <dgm:pt modelId="{0DA05567-2163-445D-8E25-FBB6645CF882}" type="pres">
      <dgm:prSet presAssocID="{C78C960B-F397-43B2-A5A5-909247B137C5}" presName="FirstChild" presStyleLbl="revTx" presStyleIdx="0" presStyleCnt="10">
        <dgm:presLayoutVars>
          <dgm:chMax val="0"/>
          <dgm:chPref val="0"/>
          <dgm:bulletEnabled val="1"/>
        </dgm:presLayoutVars>
      </dgm:prSet>
      <dgm:spPr/>
    </dgm:pt>
    <dgm:pt modelId="{08D723DB-57B3-4DDC-8A6A-C2C7D044CF3C}" type="pres">
      <dgm:prSet presAssocID="{C78C960B-F397-43B2-A5A5-909247B137C5}" presName="Parent" presStyleLbl="alignNode1" presStyleIdx="0" presStyleCnt="5">
        <dgm:presLayoutVars>
          <dgm:chMax val="3"/>
          <dgm:chPref val="3"/>
          <dgm:bulletEnabled val="1"/>
        </dgm:presLayoutVars>
      </dgm:prSet>
      <dgm:spPr/>
    </dgm:pt>
    <dgm:pt modelId="{C9D466F1-D7E3-4E29-80F6-C96C251B7FD2}" type="pres">
      <dgm:prSet presAssocID="{C78C960B-F397-43B2-A5A5-909247B137C5}" presName="Accent" presStyleLbl="parChTrans1D1" presStyleIdx="0" presStyleCnt="5"/>
      <dgm:spPr/>
    </dgm:pt>
    <dgm:pt modelId="{00E36C5F-222F-443D-AD3D-4A8EF5C0E497}" type="pres">
      <dgm:prSet presAssocID="{C78C960B-F397-43B2-A5A5-909247B137C5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381238BA-4EFA-48FB-A4C8-57DBFE947F70}" type="pres">
      <dgm:prSet presAssocID="{AA26C10B-24CB-462C-8213-389C8F5DF02E}" presName="sibTrans" presStyleCnt="0"/>
      <dgm:spPr/>
    </dgm:pt>
    <dgm:pt modelId="{C65F01F3-1CEB-4A41-A52E-51BF69DAD7DD}" type="pres">
      <dgm:prSet presAssocID="{CC1ECE6D-ACE4-43DF-BF6B-3AE6D6152DA2}" presName="composite" presStyleCnt="0"/>
      <dgm:spPr/>
    </dgm:pt>
    <dgm:pt modelId="{0338EB8D-A7FD-4F6F-B680-FDD5DCBAF09B}" type="pres">
      <dgm:prSet presAssocID="{CC1ECE6D-ACE4-43DF-BF6B-3AE6D6152DA2}" presName="FirstChild" presStyleLbl="revTx" presStyleIdx="2" presStyleCnt="10">
        <dgm:presLayoutVars>
          <dgm:chMax val="0"/>
          <dgm:chPref val="0"/>
          <dgm:bulletEnabled val="1"/>
        </dgm:presLayoutVars>
      </dgm:prSet>
      <dgm:spPr/>
    </dgm:pt>
    <dgm:pt modelId="{B5A44202-CCFB-4C5A-9EF6-89956EBB52B8}" type="pres">
      <dgm:prSet presAssocID="{CC1ECE6D-ACE4-43DF-BF6B-3AE6D6152DA2}" presName="Parent" presStyleLbl="alignNode1" presStyleIdx="1" presStyleCnt="5">
        <dgm:presLayoutVars>
          <dgm:chMax val="3"/>
          <dgm:chPref val="3"/>
          <dgm:bulletEnabled val="1"/>
        </dgm:presLayoutVars>
      </dgm:prSet>
      <dgm:spPr/>
    </dgm:pt>
    <dgm:pt modelId="{AAA55136-A9BC-457D-8BCC-7F082265DD65}" type="pres">
      <dgm:prSet presAssocID="{CC1ECE6D-ACE4-43DF-BF6B-3AE6D6152DA2}" presName="Accent" presStyleLbl="parChTrans1D1" presStyleIdx="1" presStyleCnt="5"/>
      <dgm:spPr/>
    </dgm:pt>
    <dgm:pt modelId="{17918504-3111-4A58-AC46-31574AAD7760}" type="pres">
      <dgm:prSet presAssocID="{CC1ECE6D-ACE4-43DF-BF6B-3AE6D6152DA2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55D34775-00C7-462F-A09C-56B6A74CB2E6}" type="pres">
      <dgm:prSet presAssocID="{3CE6AAA2-395A-4BB7-A456-5825AC2ED20F}" presName="sibTrans" presStyleCnt="0"/>
      <dgm:spPr/>
    </dgm:pt>
    <dgm:pt modelId="{3A2664B4-3849-4139-9766-13FEDBA2BEBB}" type="pres">
      <dgm:prSet presAssocID="{BA9846D5-1EF7-45E0-89C2-8B616CA859F1}" presName="composite" presStyleCnt="0"/>
      <dgm:spPr/>
    </dgm:pt>
    <dgm:pt modelId="{368E36A1-8DB7-4CD1-B0CD-3B1A0AA32D83}" type="pres">
      <dgm:prSet presAssocID="{BA9846D5-1EF7-45E0-89C2-8B616CA859F1}" presName="FirstChild" presStyleLbl="revTx" presStyleIdx="4" presStyleCnt="10">
        <dgm:presLayoutVars>
          <dgm:chMax val="0"/>
          <dgm:chPref val="0"/>
          <dgm:bulletEnabled val="1"/>
        </dgm:presLayoutVars>
      </dgm:prSet>
      <dgm:spPr/>
    </dgm:pt>
    <dgm:pt modelId="{FD942107-5CFF-457A-B365-F10B5B404285}" type="pres">
      <dgm:prSet presAssocID="{BA9846D5-1EF7-45E0-89C2-8B616CA859F1}" presName="Parent" presStyleLbl="alignNode1" presStyleIdx="2" presStyleCnt="5">
        <dgm:presLayoutVars>
          <dgm:chMax val="3"/>
          <dgm:chPref val="3"/>
          <dgm:bulletEnabled val="1"/>
        </dgm:presLayoutVars>
      </dgm:prSet>
      <dgm:spPr/>
    </dgm:pt>
    <dgm:pt modelId="{1DBBD6EB-7AB7-4804-9717-8C531C287022}" type="pres">
      <dgm:prSet presAssocID="{BA9846D5-1EF7-45E0-89C2-8B616CA859F1}" presName="Accent" presStyleLbl="parChTrans1D1" presStyleIdx="2" presStyleCnt="5"/>
      <dgm:spPr/>
    </dgm:pt>
    <dgm:pt modelId="{63C6A66E-60FD-4938-81C6-91D99E3ADBA8}" type="pres">
      <dgm:prSet presAssocID="{BA9846D5-1EF7-45E0-89C2-8B616CA859F1}" presName="Child" presStyleLbl="revTx" presStyleIdx="5" presStyleCnt="10">
        <dgm:presLayoutVars>
          <dgm:chMax val="0"/>
          <dgm:chPref val="0"/>
          <dgm:bulletEnabled val="1"/>
        </dgm:presLayoutVars>
      </dgm:prSet>
      <dgm:spPr/>
    </dgm:pt>
    <dgm:pt modelId="{0F09E08F-B4C9-44FB-B269-69F0E5CFEE4A}" type="pres">
      <dgm:prSet presAssocID="{CE65B5AA-ED41-4F25-82E8-43B1F3E2769D}" presName="sibTrans" presStyleCnt="0"/>
      <dgm:spPr/>
    </dgm:pt>
    <dgm:pt modelId="{EBC07C98-D27F-474B-B727-46883EF33765}" type="pres">
      <dgm:prSet presAssocID="{78DC8285-F750-45FF-BEA9-F78ABE6FD5A1}" presName="composite" presStyleCnt="0"/>
      <dgm:spPr/>
    </dgm:pt>
    <dgm:pt modelId="{B03D2475-140F-4EE8-867F-A06CB9DA48DE}" type="pres">
      <dgm:prSet presAssocID="{78DC8285-F750-45FF-BEA9-F78ABE6FD5A1}" presName="FirstChild" presStyleLbl="revTx" presStyleIdx="6" presStyleCnt="10">
        <dgm:presLayoutVars>
          <dgm:chMax val="0"/>
          <dgm:chPref val="0"/>
          <dgm:bulletEnabled val="1"/>
        </dgm:presLayoutVars>
      </dgm:prSet>
      <dgm:spPr/>
    </dgm:pt>
    <dgm:pt modelId="{BBB278A3-136C-4E00-9EF4-01167799001A}" type="pres">
      <dgm:prSet presAssocID="{78DC8285-F750-45FF-BEA9-F78ABE6FD5A1}" presName="Parent" presStyleLbl="alignNode1" presStyleIdx="3" presStyleCnt="5" custLinFactNeighborX="-1360" custLinFactNeighborY="-2784">
        <dgm:presLayoutVars>
          <dgm:chMax val="3"/>
          <dgm:chPref val="3"/>
          <dgm:bulletEnabled val="1"/>
        </dgm:presLayoutVars>
      </dgm:prSet>
      <dgm:spPr/>
    </dgm:pt>
    <dgm:pt modelId="{3B9542BA-94F8-45A7-B213-F42E648EDC60}" type="pres">
      <dgm:prSet presAssocID="{78DC8285-F750-45FF-BEA9-F78ABE6FD5A1}" presName="Accent" presStyleLbl="parChTrans1D1" presStyleIdx="3" presStyleCnt="5"/>
      <dgm:spPr/>
    </dgm:pt>
    <dgm:pt modelId="{367FFEAE-E801-422B-AF63-18E381F2B3C0}" type="pres">
      <dgm:prSet presAssocID="{78DC8285-F750-45FF-BEA9-F78ABE6FD5A1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BE740510-B21D-4968-8FAB-CB043954FF98}" type="pres">
      <dgm:prSet presAssocID="{EF46E3AC-A843-4210-9854-232AF9DFE5D9}" presName="sibTrans" presStyleCnt="0"/>
      <dgm:spPr/>
    </dgm:pt>
    <dgm:pt modelId="{383F8CD4-A8BE-4D9F-AD69-BE9B6AADA979}" type="pres">
      <dgm:prSet presAssocID="{E81E7BD8-BF35-4F12-9332-24E30FFF6EB3}" presName="composite" presStyleCnt="0"/>
      <dgm:spPr/>
    </dgm:pt>
    <dgm:pt modelId="{CA963A01-7171-480B-8AF7-2C640972C0C1}" type="pres">
      <dgm:prSet presAssocID="{E81E7BD8-BF35-4F12-9332-24E30FFF6EB3}" presName="FirstChild" presStyleLbl="revTx" presStyleIdx="8" presStyleCnt="10">
        <dgm:presLayoutVars>
          <dgm:chMax val="0"/>
          <dgm:chPref val="0"/>
          <dgm:bulletEnabled val="1"/>
        </dgm:presLayoutVars>
      </dgm:prSet>
      <dgm:spPr/>
    </dgm:pt>
    <dgm:pt modelId="{771AC7EE-C0A6-48F1-8902-5B2101A6BC3F}" type="pres">
      <dgm:prSet presAssocID="{E81E7BD8-BF35-4F12-9332-24E30FFF6EB3}" presName="Parent" presStyleLbl="alignNode1" presStyleIdx="4" presStyleCnt="5">
        <dgm:presLayoutVars>
          <dgm:chMax val="3"/>
          <dgm:chPref val="3"/>
          <dgm:bulletEnabled val="1"/>
        </dgm:presLayoutVars>
      </dgm:prSet>
      <dgm:spPr/>
    </dgm:pt>
    <dgm:pt modelId="{6F08D2E4-ECF5-491E-8C6F-07B9D0606CA6}" type="pres">
      <dgm:prSet presAssocID="{E81E7BD8-BF35-4F12-9332-24E30FFF6EB3}" presName="Accent" presStyleLbl="parChTrans1D1" presStyleIdx="4" presStyleCnt="5"/>
      <dgm:spPr/>
    </dgm:pt>
    <dgm:pt modelId="{2FBE4477-7D1F-4700-AAE8-A2CF29B2819C}" type="pres">
      <dgm:prSet presAssocID="{E81E7BD8-BF35-4F12-9332-24E30FFF6EB3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09F83203-1F13-45D9-8EDE-E58545624C22}" type="presOf" srcId="{F6D71AE9-585E-4570-B581-052BDCEAED0F}" destId="{63C6A66E-60FD-4938-81C6-91D99E3ADBA8}" srcOrd="0" destOrd="1" presId="urn:microsoft.com/office/officeart/2011/layout/TabList"/>
    <dgm:cxn modelId="{D701B10E-B836-4E86-AD7B-626641B1F418}" srcId="{78DC8285-F750-45FF-BEA9-F78ABE6FD5A1}" destId="{E6F52996-0D34-42D0-BFB4-433FAEF17E7D}" srcOrd="1" destOrd="0" parTransId="{B485ABC4-2D78-4815-9750-DEB8CDCA46F9}" sibTransId="{C30DAB98-5155-4399-8ABC-DE7D75EA22BE}"/>
    <dgm:cxn modelId="{52719713-E220-4EA3-A9D1-4E38D47CF5E2}" type="presOf" srcId="{FBB7C5CA-3BB6-45E7-AC43-776FA9DF3278}" destId="{00E36C5F-222F-443D-AD3D-4A8EF5C0E497}" srcOrd="0" destOrd="1" presId="urn:microsoft.com/office/officeart/2011/layout/TabList"/>
    <dgm:cxn modelId="{B6A63925-6046-4AF0-9F27-4F4D29C836F6}" type="presOf" srcId="{4A0247E1-FA0C-4BB4-9E84-1414562CE49E}" destId="{00E36C5F-222F-443D-AD3D-4A8EF5C0E497}" srcOrd="0" destOrd="0" presId="urn:microsoft.com/office/officeart/2011/layout/TabList"/>
    <dgm:cxn modelId="{8D896432-93DA-4F49-A1A5-FB53A6945FE4}" srcId="{80052EFE-6F7F-467A-AD96-CADAE2D940C6}" destId="{C78C960B-F397-43B2-A5A5-909247B137C5}" srcOrd="0" destOrd="0" parTransId="{D080368C-06DD-42A9-ABDF-1D676E30F7BF}" sibTransId="{AA26C10B-24CB-462C-8213-389C8F5DF02E}"/>
    <dgm:cxn modelId="{42180D37-C513-4948-8541-05FF2C71A391}" srcId="{78DC8285-F750-45FF-BEA9-F78ABE6FD5A1}" destId="{835CAD69-4CB3-4462-99EC-AEF9A97324D4}" srcOrd="0" destOrd="0" parTransId="{CE565C9B-A6D2-44C3-9C2C-370D5C11EB81}" sibTransId="{4A942E79-E94B-48B1-8858-9907962DDE22}"/>
    <dgm:cxn modelId="{76CC8B38-ED08-44D1-9525-2A90F6EC394D}" srcId="{C78C960B-F397-43B2-A5A5-909247B137C5}" destId="{4A0247E1-FA0C-4BB4-9E84-1414562CE49E}" srcOrd="1" destOrd="0" parTransId="{66D9F3CB-4A2C-468D-AE78-DBBB815298B1}" sibTransId="{F07DD754-707F-4D77-953A-6F922A8F6996}"/>
    <dgm:cxn modelId="{FCFA873D-81AB-4BD5-B1A4-173D92F36D24}" type="presOf" srcId="{ADF524B2-DBF9-4FB1-B9DC-ACB91968EDDA}" destId="{367FFEAE-E801-422B-AF63-18E381F2B3C0}" srcOrd="0" destOrd="1" presId="urn:microsoft.com/office/officeart/2011/layout/TabList"/>
    <dgm:cxn modelId="{491D7D5D-E40A-46E7-9E74-0CBF87C874DE}" srcId="{BA9846D5-1EF7-45E0-89C2-8B616CA859F1}" destId="{97E22F48-F2F5-4A20-B5A5-6484A593C4EC}" srcOrd="1" destOrd="0" parTransId="{32E439E5-41E6-4CD7-B0BD-30D405AEE6B0}" sibTransId="{E15614CA-8EE1-4F5D-9030-EABDE62DAB53}"/>
    <dgm:cxn modelId="{63D29E5D-DFE9-41AA-BFDB-058E0449F84F}" srcId="{E81E7BD8-BF35-4F12-9332-24E30FFF6EB3}" destId="{9B47E4A4-EDAF-4FCA-8F32-1DBDE5075F01}" srcOrd="0" destOrd="0" parTransId="{04ACDFE2-BC84-459E-9281-0299CC721446}" sibTransId="{CD43FF66-A6E5-4E5B-AF22-76973F7D12FB}"/>
    <dgm:cxn modelId="{4D575441-73A6-4A6A-8FA3-A41F43972A96}" srcId="{C78C960B-F397-43B2-A5A5-909247B137C5}" destId="{BEA5B8E1-78B5-4B48-B2C1-1CFC81826934}" srcOrd="0" destOrd="0" parTransId="{7BAC83FB-ED51-4407-AB4F-251CF2E3C069}" sibTransId="{CF40242F-23CB-432B-BA1D-50D588C3CBA2}"/>
    <dgm:cxn modelId="{B516914C-BEAE-4451-8975-F9C21A427FE7}" type="presOf" srcId="{97E22F48-F2F5-4A20-B5A5-6484A593C4EC}" destId="{63C6A66E-60FD-4938-81C6-91D99E3ADBA8}" srcOrd="0" destOrd="0" presId="urn:microsoft.com/office/officeart/2011/layout/TabList"/>
    <dgm:cxn modelId="{40D00254-6918-41F9-863D-907FD2019184}" srcId="{80052EFE-6F7F-467A-AD96-CADAE2D940C6}" destId="{E81E7BD8-BF35-4F12-9332-24E30FFF6EB3}" srcOrd="4" destOrd="0" parTransId="{924EA5E7-1A57-4D84-A4D4-329D5CD6092A}" sibTransId="{35F4F06F-0775-4DF1-BF50-854BDE926385}"/>
    <dgm:cxn modelId="{531AA954-0EBC-42BD-873D-FB63A8A2D8BA}" srcId="{CC1ECE6D-ACE4-43DF-BF6B-3AE6D6152DA2}" destId="{7FB076D9-72AA-4E6E-BF57-8E5D57F24918}" srcOrd="2" destOrd="0" parTransId="{F532662C-1B78-4E0F-9E7C-3332B8552D6C}" sibTransId="{00BDB19D-9B00-49FA-9CF2-18C250A50E58}"/>
    <dgm:cxn modelId="{9F889E75-094C-4220-BB80-2A220517350A}" srcId="{E81E7BD8-BF35-4F12-9332-24E30FFF6EB3}" destId="{A2D74BF1-54DA-468D-9634-F3D078566A59}" srcOrd="2" destOrd="0" parTransId="{BFDAC1AF-E2A4-4BB7-9765-377C1D1F0C2F}" sibTransId="{5AA83059-FFA2-4334-9FB3-86C58C5E7CFD}"/>
    <dgm:cxn modelId="{66D2AA56-9929-4E09-96D8-E8216A18106E}" type="presOf" srcId="{C78C960B-F397-43B2-A5A5-909247B137C5}" destId="{08D723DB-57B3-4DDC-8A6A-C2C7D044CF3C}" srcOrd="0" destOrd="0" presId="urn:microsoft.com/office/officeart/2011/layout/TabList"/>
    <dgm:cxn modelId="{F621E157-B0A0-48BC-B0EC-2D31E84B5CD1}" type="presOf" srcId="{BA9846D5-1EF7-45E0-89C2-8B616CA859F1}" destId="{FD942107-5CFF-457A-B365-F10B5B404285}" srcOrd="0" destOrd="0" presId="urn:microsoft.com/office/officeart/2011/layout/TabList"/>
    <dgm:cxn modelId="{E752AE7E-4C92-44E7-80B1-97B02A5E335A}" srcId="{80052EFE-6F7F-467A-AD96-CADAE2D940C6}" destId="{BA9846D5-1EF7-45E0-89C2-8B616CA859F1}" srcOrd="2" destOrd="0" parTransId="{B43415D7-754A-4E58-ABFA-360E6B4D18A2}" sibTransId="{CE65B5AA-ED41-4F25-82E8-43B1F3E2769D}"/>
    <dgm:cxn modelId="{67A85382-ED4E-448A-9F24-0C0718AA019A}" type="presOf" srcId="{A2D74BF1-54DA-468D-9634-F3D078566A59}" destId="{2FBE4477-7D1F-4700-AAE8-A2CF29B2819C}" srcOrd="0" destOrd="1" presId="urn:microsoft.com/office/officeart/2011/layout/TabList"/>
    <dgm:cxn modelId="{4C867E97-60E7-429D-BB30-690EACD54A0A}" type="presOf" srcId="{EF5C0F6F-1A55-483A-BB70-02A3DC6B79EB}" destId="{17918504-3111-4A58-AC46-31574AAD7760}" srcOrd="0" destOrd="0" presId="urn:microsoft.com/office/officeart/2011/layout/TabList"/>
    <dgm:cxn modelId="{82CF1398-AD02-4FB9-94C4-ED27644AF563}" srcId="{BA9846D5-1EF7-45E0-89C2-8B616CA859F1}" destId="{2521D510-F887-4B27-AD20-235D58C9DA65}" srcOrd="0" destOrd="0" parTransId="{D9B80008-1177-448D-A441-2638DCBDCF4A}" sibTransId="{A036C93D-3C53-4379-B2AD-E1559C47BA11}"/>
    <dgm:cxn modelId="{B8AC4298-2360-4222-9FE5-DA7635D0D8DE}" type="presOf" srcId="{AD9256EA-67B4-4FA2-A5B7-2B6F93972597}" destId="{0338EB8D-A7FD-4F6F-B680-FDD5DCBAF09B}" srcOrd="0" destOrd="0" presId="urn:microsoft.com/office/officeart/2011/layout/TabList"/>
    <dgm:cxn modelId="{892AADA1-588F-451E-85CF-0ADF96503D2A}" srcId="{BA9846D5-1EF7-45E0-89C2-8B616CA859F1}" destId="{F6D71AE9-585E-4570-B581-052BDCEAED0F}" srcOrd="2" destOrd="0" parTransId="{B8B94244-E8CE-4CF3-BA4C-64358848D111}" sibTransId="{8EA6CEAA-ABE9-46A1-BDE7-3D49C428F09A}"/>
    <dgm:cxn modelId="{1D6D50A2-6D84-495B-A0B7-35855A122FD7}" type="presOf" srcId="{8716D069-8016-40A4-9C09-3DD5187F577F}" destId="{2FBE4477-7D1F-4700-AAE8-A2CF29B2819C}" srcOrd="0" destOrd="0" presId="urn:microsoft.com/office/officeart/2011/layout/TabList"/>
    <dgm:cxn modelId="{44F015A5-80F7-45AE-91E2-2B26DD4408E9}" srcId="{80052EFE-6F7F-467A-AD96-CADAE2D940C6}" destId="{CC1ECE6D-ACE4-43DF-BF6B-3AE6D6152DA2}" srcOrd="1" destOrd="0" parTransId="{04F9D52C-95D3-48F8-B93B-296299F6BC26}" sibTransId="{3CE6AAA2-395A-4BB7-A456-5825AC2ED20F}"/>
    <dgm:cxn modelId="{8D3FECA6-48F7-4DC9-89CF-CF4B0B90B4FC}" srcId="{C78C960B-F397-43B2-A5A5-909247B137C5}" destId="{FBB7C5CA-3BB6-45E7-AC43-776FA9DF3278}" srcOrd="2" destOrd="0" parTransId="{5F223FE1-BEA4-4D72-8F65-B5F5CC4B2865}" sibTransId="{B79802D3-9103-4DF4-AFEB-C8D87BC598F7}"/>
    <dgm:cxn modelId="{3D9354A7-B6DA-497A-9589-3C81EEBC3483}" type="presOf" srcId="{CC1ECE6D-ACE4-43DF-BF6B-3AE6D6152DA2}" destId="{B5A44202-CCFB-4C5A-9EF6-89956EBB52B8}" srcOrd="0" destOrd="0" presId="urn:microsoft.com/office/officeart/2011/layout/TabList"/>
    <dgm:cxn modelId="{1C652EA8-1824-4EEF-AE25-E8295197854B}" type="presOf" srcId="{E6F52996-0D34-42D0-BFB4-433FAEF17E7D}" destId="{367FFEAE-E801-422B-AF63-18E381F2B3C0}" srcOrd="0" destOrd="0" presId="urn:microsoft.com/office/officeart/2011/layout/TabList"/>
    <dgm:cxn modelId="{85829EAE-9BB1-4EA2-96E9-B1CAC0FB13F9}" srcId="{CC1ECE6D-ACE4-43DF-BF6B-3AE6D6152DA2}" destId="{EF5C0F6F-1A55-483A-BB70-02A3DC6B79EB}" srcOrd="1" destOrd="0" parTransId="{50CAE5E2-7B3A-4742-9828-C9F73569FB3C}" sibTransId="{EFBB11FC-9FC1-4014-A9C0-C83B10C55D4E}"/>
    <dgm:cxn modelId="{46D0E0B0-F8D6-4C3A-BB39-4E7E1D8EF874}" type="presOf" srcId="{2521D510-F887-4B27-AD20-235D58C9DA65}" destId="{368E36A1-8DB7-4CD1-B0CD-3B1A0AA32D83}" srcOrd="0" destOrd="0" presId="urn:microsoft.com/office/officeart/2011/layout/TabList"/>
    <dgm:cxn modelId="{29F95DB5-CEF5-4151-A4B9-956B25D1BF42}" type="presOf" srcId="{BEA5B8E1-78B5-4B48-B2C1-1CFC81826934}" destId="{0DA05567-2163-445D-8E25-FBB6645CF882}" srcOrd="0" destOrd="0" presId="urn:microsoft.com/office/officeart/2011/layout/TabList"/>
    <dgm:cxn modelId="{A3541BB7-7616-4EF7-8E36-3DF81A152D6A}" type="presOf" srcId="{835CAD69-4CB3-4462-99EC-AEF9A97324D4}" destId="{B03D2475-140F-4EE8-867F-A06CB9DA48DE}" srcOrd="0" destOrd="0" presId="urn:microsoft.com/office/officeart/2011/layout/TabList"/>
    <dgm:cxn modelId="{214719BD-1193-4203-88B6-E097BB3F008F}" srcId="{E81E7BD8-BF35-4F12-9332-24E30FFF6EB3}" destId="{8716D069-8016-40A4-9C09-3DD5187F577F}" srcOrd="1" destOrd="0" parTransId="{9A319C59-46D3-474B-84E6-AA38F2A58AC5}" sibTransId="{77579539-97FD-47E5-A6A9-199F22DF1DBD}"/>
    <dgm:cxn modelId="{12A5B9BF-E772-498F-A668-645D27DF04D8}" type="presOf" srcId="{80052EFE-6F7F-467A-AD96-CADAE2D940C6}" destId="{5ACCDE8A-EE3B-4F88-AAD5-6C7AAEB695F3}" srcOrd="0" destOrd="0" presId="urn:microsoft.com/office/officeart/2011/layout/TabList"/>
    <dgm:cxn modelId="{3CA8D1C7-F5B6-4E53-826A-34473913271C}" type="presOf" srcId="{78DC8285-F750-45FF-BEA9-F78ABE6FD5A1}" destId="{BBB278A3-136C-4E00-9EF4-01167799001A}" srcOrd="0" destOrd="0" presId="urn:microsoft.com/office/officeart/2011/layout/TabList"/>
    <dgm:cxn modelId="{2EABF8CB-0A33-4FD3-9688-388D10AB74C1}" srcId="{CC1ECE6D-ACE4-43DF-BF6B-3AE6D6152DA2}" destId="{AD9256EA-67B4-4FA2-A5B7-2B6F93972597}" srcOrd="0" destOrd="0" parTransId="{D2CE6E35-3CB3-47ED-A47A-C85AFE858121}" sibTransId="{66FE325C-8439-4DE6-BACC-4CDE64950D3F}"/>
    <dgm:cxn modelId="{B0AEA3CC-FA2B-42FF-9E9E-0925CC560E62}" srcId="{80052EFE-6F7F-467A-AD96-CADAE2D940C6}" destId="{78DC8285-F750-45FF-BEA9-F78ABE6FD5A1}" srcOrd="3" destOrd="0" parTransId="{D008A2FE-5F80-4275-A737-F25451FAC082}" sibTransId="{EF46E3AC-A843-4210-9854-232AF9DFE5D9}"/>
    <dgm:cxn modelId="{4BAA38D3-F457-4766-BD90-03746E774862}" type="presOf" srcId="{E81E7BD8-BF35-4F12-9332-24E30FFF6EB3}" destId="{771AC7EE-C0A6-48F1-8902-5B2101A6BC3F}" srcOrd="0" destOrd="0" presId="urn:microsoft.com/office/officeart/2011/layout/TabList"/>
    <dgm:cxn modelId="{25E276DE-E1F0-44A3-B61D-93A2DFA38171}" type="presOf" srcId="{7FB076D9-72AA-4E6E-BF57-8E5D57F24918}" destId="{17918504-3111-4A58-AC46-31574AAD7760}" srcOrd="0" destOrd="1" presId="urn:microsoft.com/office/officeart/2011/layout/TabList"/>
    <dgm:cxn modelId="{2E8AB8F6-5FC9-4F09-BD99-AC7481C152D1}" type="presOf" srcId="{9B47E4A4-EDAF-4FCA-8F32-1DBDE5075F01}" destId="{CA963A01-7171-480B-8AF7-2C640972C0C1}" srcOrd="0" destOrd="0" presId="urn:microsoft.com/office/officeart/2011/layout/TabList"/>
    <dgm:cxn modelId="{3497AEFA-2863-42BC-84B0-6D06AB7AA0BA}" srcId="{78DC8285-F750-45FF-BEA9-F78ABE6FD5A1}" destId="{ADF524B2-DBF9-4FB1-B9DC-ACB91968EDDA}" srcOrd="2" destOrd="0" parTransId="{82AE9D68-C250-4A9F-86C4-E7964D1976EE}" sibTransId="{00E6A6E5-4E9C-4FDE-B155-5C5FA5BEAED2}"/>
    <dgm:cxn modelId="{4FCAC9C3-ACF0-44B2-8E21-07375F3C791B}" type="presParOf" srcId="{5ACCDE8A-EE3B-4F88-AAD5-6C7AAEB695F3}" destId="{90A08176-C167-4F54-AB50-F469BC341B56}" srcOrd="0" destOrd="0" presId="urn:microsoft.com/office/officeart/2011/layout/TabList"/>
    <dgm:cxn modelId="{C3429945-AF53-4706-8E3A-6A7FDF7F879B}" type="presParOf" srcId="{90A08176-C167-4F54-AB50-F469BC341B56}" destId="{0DA05567-2163-445D-8E25-FBB6645CF882}" srcOrd="0" destOrd="0" presId="urn:microsoft.com/office/officeart/2011/layout/TabList"/>
    <dgm:cxn modelId="{88B31D01-DE01-421F-98B9-714D9CF97D46}" type="presParOf" srcId="{90A08176-C167-4F54-AB50-F469BC341B56}" destId="{08D723DB-57B3-4DDC-8A6A-C2C7D044CF3C}" srcOrd="1" destOrd="0" presId="urn:microsoft.com/office/officeart/2011/layout/TabList"/>
    <dgm:cxn modelId="{EAE19D26-D6DB-4C5A-9EC0-F67FB966BF16}" type="presParOf" srcId="{90A08176-C167-4F54-AB50-F469BC341B56}" destId="{C9D466F1-D7E3-4E29-80F6-C96C251B7FD2}" srcOrd="2" destOrd="0" presId="urn:microsoft.com/office/officeart/2011/layout/TabList"/>
    <dgm:cxn modelId="{74672F76-AD90-487D-904D-2F7274F37DBD}" type="presParOf" srcId="{5ACCDE8A-EE3B-4F88-AAD5-6C7AAEB695F3}" destId="{00E36C5F-222F-443D-AD3D-4A8EF5C0E497}" srcOrd="1" destOrd="0" presId="urn:microsoft.com/office/officeart/2011/layout/TabList"/>
    <dgm:cxn modelId="{B609C467-2DB2-4469-B044-959662FAA11D}" type="presParOf" srcId="{5ACCDE8A-EE3B-4F88-AAD5-6C7AAEB695F3}" destId="{381238BA-4EFA-48FB-A4C8-57DBFE947F70}" srcOrd="2" destOrd="0" presId="urn:microsoft.com/office/officeart/2011/layout/TabList"/>
    <dgm:cxn modelId="{97C90968-B68E-47AF-B258-C3393DC49C80}" type="presParOf" srcId="{5ACCDE8A-EE3B-4F88-AAD5-6C7AAEB695F3}" destId="{C65F01F3-1CEB-4A41-A52E-51BF69DAD7DD}" srcOrd="3" destOrd="0" presId="urn:microsoft.com/office/officeart/2011/layout/TabList"/>
    <dgm:cxn modelId="{97B458B3-C07F-4E68-8554-34DFD12EC4BF}" type="presParOf" srcId="{C65F01F3-1CEB-4A41-A52E-51BF69DAD7DD}" destId="{0338EB8D-A7FD-4F6F-B680-FDD5DCBAF09B}" srcOrd="0" destOrd="0" presId="urn:microsoft.com/office/officeart/2011/layout/TabList"/>
    <dgm:cxn modelId="{76B3A7D8-BD03-4B82-864F-2E3D023CE7E6}" type="presParOf" srcId="{C65F01F3-1CEB-4A41-A52E-51BF69DAD7DD}" destId="{B5A44202-CCFB-4C5A-9EF6-89956EBB52B8}" srcOrd="1" destOrd="0" presId="urn:microsoft.com/office/officeart/2011/layout/TabList"/>
    <dgm:cxn modelId="{CD2CC293-9DAE-47E3-8A8D-E4D51A41C69F}" type="presParOf" srcId="{C65F01F3-1CEB-4A41-A52E-51BF69DAD7DD}" destId="{AAA55136-A9BC-457D-8BCC-7F082265DD65}" srcOrd="2" destOrd="0" presId="urn:microsoft.com/office/officeart/2011/layout/TabList"/>
    <dgm:cxn modelId="{E96D13F3-798E-4F4E-904D-C44B9BC20791}" type="presParOf" srcId="{5ACCDE8A-EE3B-4F88-AAD5-6C7AAEB695F3}" destId="{17918504-3111-4A58-AC46-31574AAD7760}" srcOrd="4" destOrd="0" presId="urn:microsoft.com/office/officeart/2011/layout/TabList"/>
    <dgm:cxn modelId="{3687F084-2821-443E-906E-8F92381E4C2A}" type="presParOf" srcId="{5ACCDE8A-EE3B-4F88-AAD5-6C7AAEB695F3}" destId="{55D34775-00C7-462F-A09C-56B6A74CB2E6}" srcOrd="5" destOrd="0" presId="urn:microsoft.com/office/officeart/2011/layout/TabList"/>
    <dgm:cxn modelId="{9C2E46BB-2A5A-420D-B647-1EB89EC6898B}" type="presParOf" srcId="{5ACCDE8A-EE3B-4F88-AAD5-6C7AAEB695F3}" destId="{3A2664B4-3849-4139-9766-13FEDBA2BEBB}" srcOrd="6" destOrd="0" presId="urn:microsoft.com/office/officeart/2011/layout/TabList"/>
    <dgm:cxn modelId="{B18E5457-68DA-48E1-A624-733947C63A05}" type="presParOf" srcId="{3A2664B4-3849-4139-9766-13FEDBA2BEBB}" destId="{368E36A1-8DB7-4CD1-B0CD-3B1A0AA32D83}" srcOrd="0" destOrd="0" presId="urn:microsoft.com/office/officeart/2011/layout/TabList"/>
    <dgm:cxn modelId="{4A96EA8E-AD8D-4CB0-91B5-4739A35C1A5A}" type="presParOf" srcId="{3A2664B4-3849-4139-9766-13FEDBA2BEBB}" destId="{FD942107-5CFF-457A-B365-F10B5B404285}" srcOrd="1" destOrd="0" presId="urn:microsoft.com/office/officeart/2011/layout/TabList"/>
    <dgm:cxn modelId="{558C5BD1-23BE-4A4D-9203-E3516FE6D3F6}" type="presParOf" srcId="{3A2664B4-3849-4139-9766-13FEDBA2BEBB}" destId="{1DBBD6EB-7AB7-4804-9717-8C531C287022}" srcOrd="2" destOrd="0" presId="urn:microsoft.com/office/officeart/2011/layout/TabList"/>
    <dgm:cxn modelId="{F381C493-0D23-4E73-A33D-DFF488C98D3E}" type="presParOf" srcId="{5ACCDE8A-EE3B-4F88-AAD5-6C7AAEB695F3}" destId="{63C6A66E-60FD-4938-81C6-91D99E3ADBA8}" srcOrd="7" destOrd="0" presId="urn:microsoft.com/office/officeart/2011/layout/TabList"/>
    <dgm:cxn modelId="{A91935A9-A4E6-4DAF-B73C-B5F7A0760524}" type="presParOf" srcId="{5ACCDE8A-EE3B-4F88-AAD5-6C7AAEB695F3}" destId="{0F09E08F-B4C9-44FB-B269-69F0E5CFEE4A}" srcOrd="8" destOrd="0" presId="urn:microsoft.com/office/officeart/2011/layout/TabList"/>
    <dgm:cxn modelId="{0BADD70C-DCD1-47C6-BEE6-5D23FA70AC7B}" type="presParOf" srcId="{5ACCDE8A-EE3B-4F88-AAD5-6C7AAEB695F3}" destId="{EBC07C98-D27F-474B-B727-46883EF33765}" srcOrd="9" destOrd="0" presId="urn:microsoft.com/office/officeart/2011/layout/TabList"/>
    <dgm:cxn modelId="{87354027-1CFD-4FED-8888-48821E4B6CAA}" type="presParOf" srcId="{EBC07C98-D27F-474B-B727-46883EF33765}" destId="{B03D2475-140F-4EE8-867F-A06CB9DA48DE}" srcOrd="0" destOrd="0" presId="urn:microsoft.com/office/officeart/2011/layout/TabList"/>
    <dgm:cxn modelId="{639B6D7A-1E6B-4BD0-B664-AC9D870507B6}" type="presParOf" srcId="{EBC07C98-D27F-474B-B727-46883EF33765}" destId="{BBB278A3-136C-4E00-9EF4-01167799001A}" srcOrd="1" destOrd="0" presId="urn:microsoft.com/office/officeart/2011/layout/TabList"/>
    <dgm:cxn modelId="{0DC880FA-4ECB-4F3A-BED0-5A147D8839BB}" type="presParOf" srcId="{EBC07C98-D27F-474B-B727-46883EF33765}" destId="{3B9542BA-94F8-45A7-B213-F42E648EDC60}" srcOrd="2" destOrd="0" presId="urn:microsoft.com/office/officeart/2011/layout/TabList"/>
    <dgm:cxn modelId="{C12F8DED-8D25-4092-8829-3823737DDBE5}" type="presParOf" srcId="{5ACCDE8A-EE3B-4F88-AAD5-6C7AAEB695F3}" destId="{367FFEAE-E801-422B-AF63-18E381F2B3C0}" srcOrd="10" destOrd="0" presId="urn:microsoft.com/office/officeart/2011/layout/TabList"/>
    <dgm:cxn modelId="{A4B052F1-7A6A-4120-9D68-1C8D5F2F1514}" type="presParOf" srcId="{5ACCDE8A-EE3B-4F88-AAD5-6C7AAEB695F3}" destId="{BE740510-B21D-4968-8FAB-CB043954FF98}" srcOrd="11" destOrd="0" presId="urn:microsoft.com/office/officeart/2011/layout/TabList"/>
    <dgm:cxn modelId="{FB8A5E47-20EC-4FBF-8F17-67387F7C5A3D}" type="presParOf" srcId="{5ACCDE8A-EE3B-4F88-AAD5-6C7AAEB695F3}" destId="{383F8CD4-A8BE-4D9F-AD69-BE9B6AADA979}" srcOrd="12" destOrd="0" presId="urn:microsoft.com/office/officeart/2011/layout/TabList"/>
    <dgm:cxn modelId="{9D681901-CD61-42A2-B7E3-99AE99D05D0C}" type="presParOf" srcId="{383F8CD4-A8BE-4D9F-AD69-BE9B6AADA979}" destId="{CA963A01-7171-480B-8AF7-2C640972C0C1}" srcOrd="0" destOrd="0" presId="urn:microsoft.com/office/officeart/2011/layout/TabList"/>
    <dgm:cxn modelId="{68AD7100-69AC-47F7-823A-BAF59B534F2D}" type="presParOf" srcId="{383F8CD4-A8BE-4D9F-AD69-BE9B6AADA979}" destId="{771AC7EE-C0A6-48F1-8902-5B2101A6BC3F}" srcOrd="1" destOrd="0" presId="urn:microsoft.com/office/officeart/2011/layout/TabList"/>
    <dgm:cxn modelId="{B473ABA0-4274-4FFE-92BE-FB9223608F9E}" type="presParOf" srcId="{383F8CD4-A8BE-4D9F-AD69-BE9B6AADA979}" destId="{6F08D2E4-ECF5-491E-8C6F-07B9D0606CA6}" srcOrd="2" destOrd="0" presId="urn:microsoft.com/office/officeart/2011/layout/TabList"/>
    <dgm:cxn modelId="{03FE1BAA-E035-4CDF-A3C6-C1AC1B3C2298}" type="presParOf" srcId="{5ACCDE8A-EE3B-4F88-AAD5-6C7AAEB695F3}" destId="{2FBE4477-7D1F-4700-AAE8-A2CF29B2819C}" srcOrd="13" destOrd="0" presId="urn:microsoft.com/office/officeart/2011/layout/Tab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F1656E-1162-4356-8E66-9BE5BAFC2171}">
      <dsp:nvSpPr>
        <dsp:cNvPr id="0" name=""/>
        <dsp:cNvSpPr/>
      </dsp:nvSpPr>
      <dsp:spPr>
        <a:xfrm>
          <a:off x="0" y="0"/>
          <a:ext cx="4024313" cy="4024313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AC9B7AC-4EB0-4DEB-B525-E6F8F1FD64EB}">
      <dsp:nvSpPr>
        <dsp:cNvPr id="0" name=""/>
        <dsp:cNvSpPr/>
      </dsp:nvSpPr>
      <dsp:spPr>
        <a:xfrm>
          <a:off x="2012156" y="0"/>
          <a:ext cx="8808243" cy="402431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Manual Errors</a:t>
          </a:r>
        </a:p>
      </dsp:txBody>
      <dsp:txXfrm>
        <a:off x="2012156" y="0"/>
        <a:ext cx="4404121" cy="855166"/>
      </dsp:txXfrm>
    </dsp:sp>
    <dsp:sp modelId="{C9D21115-30DB-4639-B12C-39D39204520C}">
      <dsp:nvSpPr>
        <dsp:cNvPr id="0" name=""/>
        <dsp:cNvSpPr/>
      </dsp:nvSpPr>
      <dsp:spPr>
        <a:xfrm>
          <a:off x="528191" y="855166"/>
          <a:ext cx="2967930" cy="2967930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2EE8ABA-18DE-4956-921B-231FE69D6AFF}">
      <dsp:nvSpPr>
        <dsp:cNvPr id="0" name=""/>
        <dsp:cNvSpPr/>
      </dsp:nvSpPr>
      <dsp:spPr>
        <a:xfrm>
          <a:off x="2012156" y="855166"/>
          <a:ext cx="8808243" cy="29679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No Real-Time Tracking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>
        <a:off x="2012156" y="855166"/>
        <a:ext cx="4404121" cy="855166"/>
      </dsp:txXfrm>
    </dsp:sp>
    <dsp:sp modelId="{6129FAC0-E364-4D2D-91A7-B9688EDBCBBD}">
      <dsp:nvSpPr>
        <dsp:cNvPr id="0" name=""/>
        <dsp:cNvSpPr/>
      </dsp:nvSpPr>
      <dsp:spPr>
        <a:xfrm>
          <a:off x="1056382" y="1710333"/>
          <a:ext cx="1911548" cy="191154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5439C0-4145-463D-8220-CF9E5DDCCB1F}">
      <dsp:nvSpPr>
        <dsp:cNvPr id="0" name=""/>
        <dsp:cNvSpPr/>
      </dsp:nvSpPr>
      <dsp:spPr>
        <a:xfrm>
          <a:off x="2012156" y="1710333"/>
          <a:ext cx="8808243" cy="19115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Data Inconsistency</a:t>
          </a:r>
        </a:p>
      </dsp:txBody>
      <dsp:txXfrm>
        <a:off x="2012156" y="1710333"/>
        <a:ext cx="4404121" cy="855166"/>
      </dsp:txXfrm>
    </dsp:sp>
    <dsp:sp modelId="{E27B588B-B469-4EF6-83A0-4E03474A4252}">
      <dsp:nvSpPr>
        <dsp:cNvPr id="0" name=""/>
        <dsp:cNvSpPr/>
      </dsp:nvSpPr>
      <dsp:spPr>
        <a:xfrm>
          <a:off x="1584573" y="2565499"/>
          <a:ext cx="855166" cy="855166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00000"/>
                <a:lumMod val="104000"/>
              </a:schemeClr>
            </a:gs>
            <a:gs pos="78000">
              <a:schemeClr val="accent1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>
          <a:bevelT w="25400" h="12700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DED2D33-EF95-41DB-B391-78A86DB66F65}">
      <dsp:nvSpPr>
        <dsp:cNvPr id="0" name=""/>
        <dsp:cNvSpPr/>
      </dsp:nvSpPr>
      <dsp:spPr>
        <a:xfrm>
          <a:off x="2012156" y="2565499"/>
          <a:ext cx="8808243" cy="85516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No Alerts</a:t>
          </a:r>
        </a:p>
      </dsp:txBody>
      <dsp:txXfrm>
        <a:off x="2012156" y="2565499"/>
        <a:ext cx="4404121" cy="855166"/>
      </dsp:txXfrm>
    </dsp:sp>
    <dsp:sp modelId="{3A237D9A-22D3-4DB9-BC47-8F4739637C67}">
      <dsp:nvSpPr>
        <dsp:cNvPr id="0" name=""/>
        <dsp:cNvSpPr/>
      </dsp:nvSpPr>
      <dsp:spPr>
        <a:xfrm>
          <a:off x="6416278" y="0"/>
          <a:ext cx="4404121" cy="855166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Human mistakes in data entry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Incorrect stock updates</a:t>
          </a:r>
        </a:p>
      </dsp:txBody>
      <dsp:txXfrm>
        <a:off x="6416278" y="0"/>
        <a:ext cx="4404121" cy="855166"/>
      </dsp:txXfrm>
    </dsp:sp>
    <dsp:sp modelId="{C7B43CFE-38A0-4495-BAE0-1D9372A03198}">
      <dsp:nvSpPr>
        <dsp:cNvPr id="0" name=""/>
        <dsp:cNvSpPr/>
      </dsp:nvSpPr>
      <dsp:spPr>
        <a:xfrm>
          <a:off x="6416278" y="855166"/>
          <a:ext cx="4404121" cy="855166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Delay in stock updates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No live inventory visibility</a:t>
          </a:r>
        </a:p>
      </dsp:txBody>
      <dsp:txXfrm>
        <a:off x="6416278" y="855166"/>
        <a:ext cx="4404121" cy="855166"/>
      </dsp:txXfrm>
    </dsp:sp>
    <dsp:sp modelId="{17D1DAB8-C5A0-471E-BA34-DC12B1E91615}">
      <dsp:nvSpPr>
        <dsp:cNvPr id="0" name=""/>
        <dsp:cNvSpPr/>
      </dsp:nvSpPr>
      <dsp:spPr>
        <a:xfrm>
          <a:off x="6416278" y="1710333"/>
          <a:ext cx="4404121" cy="855166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Mismatch in Records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Duplicate or missing data</a:t>
          </a:r>
        </a:p>
      </dsp:txBody>
      <dsp:txXfrm>
        <a:off x="6416278" y="1710333"/>
        <a:ext cx="4404121" cy="855166"/>
      </dsp:txXfrm>
    </dsp:sp>
    <dsp:sp modelId="{7E193C06-7F99-41D9-A3D9-03BAFBC837B7}">
      <dsp:nvSpPr>
        <dsp:cNvPr id="0" name=""/>
        <dsp:cNvSpPr/>
      </dsp:nvSpPr>
      <dsp:spPr>
        <a:xfrm>
          <a:off x="6416278" y="2565499"/>
          <a:ext cx="4404121" cy="855166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No low stock notification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100" kern="1200" dirty="0"/>
            <a:t>Risk of stock  shortage</a:t>
          </a:r>
        </a:p>
      </dsp:txBody>
      <dsp:txXfrm>
        <a:off x="6416278" y="2565499"/>
        <a:ext cx="4404121" cy="8551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0D1E8A-C4CF-46F5-BFB6-6811AD41E980}">
      <dsp:nvSpPr>
        <dsp:cNvPr id="0" name=""/>
        <dsp:cNvSpPr/>
      </dsp:nvSpPr>
      <dsp:spPr>
        <a:xfrm>
          <a:off x="5283" y="1520800"/>
          <a:ext cx="1637853" cy="982712"/>
        </a:xfrm>
        <a:prstGeom prst="roundRect">
          <a:avLst>
            <a:gd name="adj" fmla="val 10000"/>
          </a:avLst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solidFill>
                <a:schemeClr val="bg1"/>
              </a:solidFill>
            </a:rPr>
            <a:t>User</a:t>
          </a:r>
        </a:p>
      </dsp:txBody>
      <dsp:txXfrm>
        <a:off x="34066" y="1549583"/>
        <a:ext cx="1580287" cy="925146"/>
      </dsp:txXfrm>
    </dsp:sp>
    <dsp:sp modelId="{42085CDC-4736-4CE2-981A-E04AB63835E4}">
      <dsp:nvSpPr>
        <dsp:cNvPr id="0" name=""/>
        <dsp:cNvSpPr/>
      </dsp:nvSpPr>
      <dsp:spPr>
        <a:xfrm>
          <a:off x="1806922" y="1809062"/>
          <a:ext cx="347224" cy="4061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1806922" y="1890299"/>
        <a:ext cx="243057" cy="243713"/>
      </dsp:txXfrm>
    </dsp:sp>
    <dsp:sp modelId="{6F7DA6EB-E740-47FE-9878-A72588FC8C13}">
      <dsp:nvSpPr>
        <dsp:cNvPr id="0" name=""/>
        <dsp:cNvSpPr/>
      </dsp:nvSpPr>
      <dsp:spPr>
        <a:xfrm>
          <a:off x="2298278" y="1520800"/>
          <a:ext cx="1637853" cy="982712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Controller</a:t>
          </a:r>
        </a:p>
      </dsp:txBody>
      <dsp:txXfrm>
        <a:off x="2327061" y="1549583"/>
        <a:ext cx="1580287" cy="925146"/>
      </dsp:txXfrm>
    </dsp:sp>
    <dsp:sp modelId="{A6CA9329-533D-43CD-9618-6C5ABD668206}">
      <dsp:nvSpPr>
        <dsp:cNvPr id="0" name=""/>
        <dsp:cNvSpPr/>
      </dsp:nvSpPr>
      <dsp:spPr>
        <a:xfrm>
          <a:off x="4099917" y="1809062"/>
          <a:ext cx="347224" cy="4061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4099917" y="1890299"/>
        <a:ext cx="243057" cy="243713"/>
      </dsp:txXfrm>
    </dsp:sp>
    <dsp:sp modelId="{A2A289EC-02C0-45E7-8E00-335DE6862130}">
      <dsp:nvSpPr>
        <dsp:cNvPr id="0" name=""/>
        <dsp:cNvSpPr/>
      </dsp:nvSpPr>
      <dsp:spPr>
        <a:xfrm>
          <a:off x="4591273" y="1520800"/>
          <a:ext cx="1637853" cy="982712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Service</a:t>
          </a:r>
        </a:p>
      </dsp:txBody>
      <dsp:txXfrm>
        <a:off x="4620056" y="1549583"/>
        <a:ext cx="1580287" cy="925146"/>
      </dsp:txXfrm>
    </dsp:sp>
    <dsp:sp modelId="{3FA4042D-DE33-4C52-A467-1F918CE45639}">
      <dsp:nvSpPr>
        <dsp:cNvPr id="0" name=""/>
        <dsp:cNvSpPr/>
      </dsp:nvSpPr>
      <dsp:spPr>
        <a:xfrm>
          <a:off x="6392912" y="1809062"/>
          <a:ext cx="347224" cy="4061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6392912" y="1890299"/>
        <a:ext cx="243057" cy="243713"/>
      </dsp:txXfrm>
    </dsp:sp>
    <dsp:sp modelId="{E6E5888E-5BFE-47D4-B7AC-CEBD9D5220AC}">
      <dsp:nvSpPr>
        <dsp:cNvPr id="0" name=""/>
        <dsp:cNvSpPr/>
      </dsp:nvSpPr>
      <dsp:spPr>
        <a:xfrm>
          <a:off x="6884268" y="1520800"/>
          <a:ext cx="1637853" cy="982712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Repository</a:t>
          </a:r>
        </a:p>
      </dsp:txBody>
      <dsp:txXfrm>
        <a:off x="6913051" y="1549583"/>
        <a:ext cx="1580287" cy="925146"/>
      </dsp:txXfrm>
    </dsp:sp>
    <dsp:sp modelId="{1F92A5C8-6D05-4B4B-BD6B-540F38DF23EF}">
      <dsp:nvSpPr>
        <dsp:cNvPr id="0" name=""/>
        <dsp:cNvSpPr/>
      </dsp:nvSpPr>
      <dsp:spPr>
        <a:xfrm>
          <a:off x="8685907" y="1809062"/>
          <a:ext cx="347224" cy="40618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700" kern="1200"/>
        </a:p>
      </dsp:txBody>
      <dsp:txXfrm>
        <a:off x="8685907" y="1890299"/>
        <a:ext cx="243057" cy="243713"/>
      </dsp:txXfrm>
    </dsp:sp>
    <dsp:sp modelId="{01D955D1-0D75-41B4-9573-2756FB1BA57C}">
      <dsp:nvSpPr>
        <dsp:cNvPr id="0" name=""/>
        <dsp:cNvSpPr/>
      </dsp:nvSpPr>
      <dsp:spPr>
        <a:xfrm>
          <a:off x="9177263" y="1520800"/>
          <a:ext cx="1637853" cy="982712"/>
        </a:xfrm>
        <a:prstGeom prst="roundRect">
          <a:avLst>
            <a:gd name="adj" fmla="val 10000"/>
          </a:avLst>
        </a:prstGeom>
        <a:solidFill>
          <a:srgbClr val="7030A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 err="1"/>
            <a:t>DataBase</a:t>
          </a:r>
          <a:endParaRPr lang="en-IN" sz="2200" kern="1200" dirty="0"/>
        </a:p>
      </dsp:txBody>
      <dsp:txXfrm>
        <a:off x="9206046" y="1549583"/>
        <a:ext cx="1580287" cy="9251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FECFF5-FED1-45C7-9046-731572C166D8}">
      <dsp:nvSpPr>
        <dsp:cNvPr id="0" name=""/>
        <dsp:cNvSpPr/>
      </dsp:nvSpPr>
      <dsp:spPr>
        <a:xfrm>
          <a:off x="2608" y="961288"/>
          <a:ext cx="1751446" cy="2101735"/>
        </a:xfrm>
        <a:prstGeom prst="roundRect">
          <a:avLst>
            <a:gd name="adj" fmla="val 5000"/>
          </a:avLst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.</a:t>
          </a:r>
        </a:p>
      </dsp:txBody>
      <dsp:txXfrm rot="16200000">
        <a:off x="-683958" y="1647855"/>
        <a:ext cx="1723423" cy="350289"/>
      </dsp:txXfrm>
    </dsp:sp>
    <dsp:sp modelId="{75FBEDEF-7D1E-415A-8EEA-57E2CFD584D3}">
      <dsp:nvSpPr>
        <dsp:cNvPr id="0" name=""/>
        <dsp:cNvSpPr/>
      </dsp:nvSpPr>
      <dsp:spPr>
        <a:xfrm>
          <a:off x="352897" y="961288"/>
          <a:ext cx="1304827" cy="2101735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User</a:t>
          </a:r>
        </a:p>
      </dsp:txBody>
      <dsp:txXfrm>
        <a:off x="352897" y="961288"/>
        <a:ext cx="1304827" cy="2101735"/>
      </dsp:txXfrm>
    </dsp:sp>
    <dsp:sp modelId="{907971B4-709F-48FB-A122-9997BCD2315C}">
      <dsp:nvSpPr>
        <dsp:cNvPr id="0" name=""/>
        <dsp:cNvSpPr/>
      </dsp:nvSpPr>
      <dsp:spPr>
        <a:xfrm>
          <a:off x="1815355" y="961288"/>
          <a:ext cx="1751446" cy="2101735"/>
        </a:xfrm>
        <a:prstGeom prst="roundRect">
          <a:avLst>
            <a:gd name="adj" fmla="val 5000"/>
          </a:avLst>
        </a:prstGeom>
        <a:solidFill>
          <a:schemeClr val="accent4">
            <a:shade val="80000"/>
            <a:hueOff val="73442"/>
            <a:satOff val="-2182"/>
            <a:lumOff val="5477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.</a:t>
          </a:r>
        </a:p>
      </dsp:txBody>
      <dsp:txXfrm rot="16200000">
        <a:off x="1128788" y="1647855"/>
        <a:ext cx="1723423" cy="350289"/>
      </dsp:txXfrm>
    </dsp:sp>
    <dsp:sp modelId="{0AEF3974-15DC-4A9C-B021-96FB7CA9B974}">
      <dsp:nvSpPr>
        <dsp:cNvPr id="0" name=""/>
        <dsp:cNvSpPr/>
      </dsp:nvSpPr>
      <dsp:spPr>
        <a:xfrm rot="5400000">
          <a:off x="1669670" y="2631761"/>
          <a:ext cx="308885" cy="26271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19368C9-4644-49BA-A116-29E6C7458ACD}">
      <dsp:nvSpPr>
        <dsp:cNvPr id="0" name=""/>
        <dsp:cNvSpPr/>
      </dsp:nvSpPr>
      <dsp:spPr>
        <a:xfrm>
          <a:off x="2165645" y="961288"/>
          <a:ext cx="1304827" cy="2101735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Request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>
        <a:off x="2165645" y="961288"/>
        <a:ext cx="1304827" cy="2101735"/>
      </dsp:txXfrm>
    </dsp:sp>
    <dsp:sp modelId="{C5BEF00A-C4A0-491C-9457-F1C42601D609}">
      <dsp:nvSpPr>
        <dsp:cNvPr id="0" name=""/>
        <dsp:cNvSpPr/>
      </dsp:nvSpPr>
      <dsp:spPr>
        <a:xfrm>
          <a:off x="3628103" y="961288"/>
          <a:ext cx="1751446" cy="2101735"/>
        </a:xfrm>
        <a:prstGeom prst="roundRect">
          <a:avLst>
            <a:gd name="adj" fmla="val 5000"/>
          </a:avLst>
        </a:prstGeom>
        <a:solidFill>
          <a:schemeClr val="accent4">
            <a:shade val="80000"/>
            <a:hueOff val="146884"/>
            <a:satOff val="-4364"/>
            <a:lumOff val="1095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 rot="16200000">
        <a:off x="2941536" y="1647855"/>
        <a:ext cx="1723423" cy="350289"/>
      </dsp:txXfrm>
    </dsp:sp>
    <dsp:sp modelId="{1D3B3B20-2562-4A64-8797-ED63B5B9451F}">
      <dsp:nvSpPr>
        <dsp:cNvPr id="0" name=""/>
        <dsp:cNvSpPr/>
      </dsp:nvSpPr>
      <dsp:spPr>
        <a:xfrm rot="5400000">
          <a:off x="3482417" y="2631761"/>
          <a:ext cx="308885" cy="26271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4D98FAC-0158-4882-962A-A4B114239BBC}">
      <dsp:nvSpPr>
        <dsp:cNvPr id="0" name=""/>
        <dsp:cNvSpPr/>
      </dsp:nvSpPr>
      <dsp:spPr>
        <a:xfrm>
          <a:off x="3978392" y="961288"/>
          <a:ext cx="1304827" cy="2101735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Controller</a:t>
          </a:r>
        </a:p>
      </dsp:txBody>
      <dsp:txXfrm>
        <a:off x="3978392" y="961288"/>
        <a:ext cx="1304827" cy="2101735"/>
      </dsp:txXfrm>
    </dsp:sp>
    <dsp:sp modelId="{6F209839-CE96-4F39-B0B5-E35CA4FA5EB3}">
      <dsp:nvSpPr>
        <dsp:cNvPr id="0" name=""/>
        <dsp:cNvSpPr/>
      </dsp:nvSpPr>
      <dsp:spPr>
        <a:xfrm>
          <a:off x="5440850" y="961288"/>
          <a:ext cx="1751446" cy="2101735"/>
        </a:xfrm>
        <a:prstGeom prst="roundRect">
          <a:avLst>
            <a:gd name="adj" fmla="val 5000"/>
          </a:avLst>
        </a:prstGeom>
        <a:solidFill>
          <a:schemeClr val="accent4">
            <a:shade val="80000"/>
            <a:hueOff val="220327"/>
            <a:satOff val="-6545"/>
            <a:lumOff val="1643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 dirty="0"/>
        </a:p>
      </dsp:txBody>
      <dsp:txXfrm rot="16200000">
        <a:off x="4754283" y="1647855"/>
        <a:ext cx="1723423" cy="350289"/>
      </dsp:txXfrm>
    </dsp:sp>
    <dsp:sp modelId="{8ED97346-74EE-465C-8892-46390063D500}">
      <dsp:nvSpPr>
        <dsp:cNvPr id="0" name=""/>
        <dsp:cNvSpPr/>
      </dsp:nvSpPr>
      <dsp:spPr>
        <a:xfrm rot="5400000">
          <a:off x="5295164" y="2631761"/>
          <a:ext cx="308885" cy="26271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3AFF70D-DB50-4113-8747-78CF42F02D2B}">
      <dsp:nvSpPr>
        <dsp:cNvPr id="0" name=""/>
        <dsp:cNvSpPr/>
      </dsp:nvSpPr>
      <dsp:spPr>
        <a:xfrm>
          <a:off x="5791139" y="961288"/>
          <a:ext cx="1304827" cy="2101735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Service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</dsp:txBody>
      <dsp:txXfrm>
        <a:off x="5791139" y="961288"/>
        <a:ext cx="1304827" cy="2101735"/>
      </dsp:txXfrm>
    </dsp:sp>
    <dsp:sp modelId="{52E8063E-F13A-44DE-B81A-DFDA69E803DD}">
      <dsp:nvSpPr>
        <dsp:cNvPr id="0" name=""/>
        <dsp:cNvSpPr/>
      </dsp:nvSpPr>
      <dsp:spPr>
        <a:xfrm>
          <a:off x="7386567" y="961288"/>
          <a:ext cx="1751446" cy="2101735"/>
        </a:xfrm>
        <a:prstGeom prst="roundRect">
          <a:avLst>
            <a:gd name="adj" fmla="val 5000"/>
          </a:avLst>
        </a:prstGeom>
        <a:solidFill>
          <a:schemeClr val="accent4">
            <a:shade val="80000"/>
            <a:hueOff val="293769"/>
            <a:satOff val="-8727"/>
            <a:lumOff val="219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 rot="16200000">
        <a:off x="6700000" y="1647855"/>
        <a:ext cx="1723423" cy="350289"/>
      </dsp:txXfrm>
    </dsp:sp>
    <dsp:sp modelId="{0608F75A-E52E-4704-B6B1-1FD0DFB4564E}">
      <dsp:nvSpPr>
        <dsp:cNvPr id="0" name=""/>
        <dsp:cNvSpPr/>
      </dsp:nvSpPr>
      <dsp:spPr>
        <a:xfrm rot="5400000">
          <a:off x="7107912" y="2631761"/>
          <a:ext cx="308885" cy="26271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C5E45E4-DA45-457F-A1A4-7DCA830FA220}">
      <dsp:nvSpPr>
        <dsp:cNvPr id="0" name=""/>
        <dsp:cNvSpPr/>
      </dsp:nvSpPr>
      <dsp:spPr>
        <a:xfrm>
          <a:off x="7736856" y="961288"/>
          <a:ext cx="1304827" cy="2101735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Data Base</a:t>
          </a:r>
        </a:p>
      </dsp:txBody>
      <dsp:txXfrm>
        <a:off x="7736856" y="961288"/>
        <a:ext cx="1304827" cy="2101735"/>
      </dsp:txXfrm>
    </dsp:sp>
    <dsp:sp modelId="{5D9C820D-B276-4BCC-88AE-D61B8E747473}">
      <dsp:nvSpPr>
        <dsp:cNvPr id="0" name=""/>
        <dsp:cNvSpPr/>
      </dsp:nvSpPr>
      <dsp:spPr>
        <a:xfrm>
          <a:off x="9066344" y="961288"/>
          <a:ext cx="1751446" cy="2101735"/>
        </a:xfrm>
        <a:prstGeom prst="roundRect">
          <a:avLst>
            <a:gd name="adj" fmla="val 5000"/>
          </a:avLst>
        </a:prstGeom>
        <a:solidFill>
          <a:schemeClr val="accent4">
            <a:shade val="80000"/>
            <a:hueOff val="367211"/>
            <a:satOff val="-10909"/>
            <a:lumOff val="2738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extrusionH="190500" prstMaterial="matt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68580" rIns="88900" bIns="0" numCol="1" spcCol="1270" anchor="t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000" kern="1200"/>
        </a:p>
      </dsp:txBody>
      <dsp:txXfrm rot="16200000">
        <a:off x="8379777" y="1647855"/>
        <a:ext cx="1723423" cy="350289"/>
      </dsp:txXfrm>
    </dsp:sp>
    <dsp:sp modelId="{F000EDBB-F049-4F3A-9B6F-CB68ACA3B911}">
      <dsp:nvSpPr>
        <dsp:cNvPr id="0" name=""/>
        <dsp:cNvSpPr/>
      </dsp:nvSpPr>
      <dsp:spPr>
        <a:xfrm rot="5400000">
          <a:off x="8920659" y="2631761"/>
          <a:ext cx="308885" cy="262716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B18B56B-F44F-4EB5-84F0-DE2B4D4EC34D}">
      <dsp:nvSpPr>
        <dsp:cNvPr id="0" name=""/>
        <dsp:cNvSpPr/>
      </dsp:nvSpPr>
      <dsp:spPr>
        <a:xfrm>
          <a:off x="9416634" y="961288"/>
          <a:ext cx="1304827" cy="2101735"/>
        </a:xfrm>
        <a:prstGeom prst="rect">
          <a:avLst/>
        </a:prstGeom>
        <a:noFill/>
        <a:ln>
          <a:noFill/>
        </a:ln>
        <a:effectLst/>
        <a:scene3d>
          <a:camera prst="orthographicFront">
            <a:rot lat="0" lon="0" rev="0"/>
          </a:camera>
          <a:lightRig rig="threePt" dir="t"/>
        </a:scene3d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2009" rIns="0" bIns="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/>
            <a:t>Response</a:t>
          </a:r>
        </a:p>
      </dsp:txBody>
      <dsp:txXfrm>
        <a:off x="9416634" y="961288"/>
        <a:ext cx="1304827" cy="21017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08D2E4-ECF5-491E-8C6F-07B9D0606CA6}">
      <dsp:nvSpPr>
        <dsp:cNvPr id="0" name=""/>
        <dsp:cNvSpPr/>
      </dsp:nvSpPr>
      <dsp:spPr>
        <a:xfrm>
          <a:off x="0" y="4682240"/>
          <a:ext cx="1126776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9542BA-94F8-45A7-B213-F42E648EDC60}">
      <dsp:nvSpPr>
        <dsp:cNvPr id="0" name=""/>
        <dsp:cNvSpPr/>
      </dsp:nvSpPr>
      <dsp:spPr>
        <a:xfrm>
          <a:off x="0" y="3600676"/>
          <a:ext cx="1126776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BBD6EB-7AB7-4804-9717-8C531C287022}">
      <dsp:nvSpPr>
        <dsp:cNvPr id="0" name=""/>
        <dsp:cNvSpPr/>
      </dsp:nvSpPr>
      <dsp:spPr>
        <a:xfrm>
          <a:off x="0" y="2519112"/>
          <a:ext cx="1126776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A55136-A9BC-457D-8BCC-7F082265DD65}">
      <dsp:nvSpPr>
        <dsp:cNvPr id="0" name=""/>
        <dsp:cNvSpPr/>
      </dsp:nvSpPr>
      <dsp:spPr>
        <a:xfrm>
          <a:off x="0" y="1437548"/>
          <a:ext cx="1126776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466F1-D7E3-4E29-80F6-C96C251B7FD2}">
      <dsp:nvSpPr>
        <dsp:cNvPr id="0" name=""/>
        <dsp:cNvSpPr/>
      </dsp:nvSpPr>
      <dsp:spPr>
        <a:xfrm>
          <a:off x="0" y="355984"/>
          <a:ext cx="11267767" cy="0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A05567-2163-445D-8E25-FBB6645CF882}">
      <dsp:nvSpPr>
        <dsp:cNvPr id="0" name=""/>
        <dsp:cNvSpPr/>
      </dsp:nvSpPr>
      <dsp:spPr>
        <a:xfrm>
          <a:off x="2929619" y="1407"/>
          <a:ext cx="8338148" cy="35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.</a:t>
          </a:r>
        </a:p>
      </dsp:txBody>
      <dsp:txXfrm>
        <a:off x="2929619" y="1407"/>
        <a:ext cx="8338148" cy="354576"/>
      </dsp:txXfrm>
    </dsp:sp>
    <dsp:sp modelId="{08D723DB-57B3-4DDC-8A6A-C2C7D044CF3C}">
      <dsp:nvSpPr>
        <dsp:cNvPr id="0" name=""/>
        <dsp:cNvSpPr/>
      </dsp:nvSpPr>
      <dsp:spPr>
        <a:xfrm>
          <a:off x="0" y="1407"/>
          <a:ext cx="2929619" cy="354576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Retail Stores</a:t>
          </a:r>
        </a:p>
      </dsp:txBody>
      <dsp:txXfrm>
        <a:off x="17312" y="18719"/>
        <a:ext cx="2894995" cy="337264"/>
      </dsp:txXfrm>
    </dsp:sp>
    <dsp:sp modelId="{00E36C5F-222F-443D-AD3D-4A8EF5C0E497}">
      <dsp:nvSpPr>
        <dsp:cNvPr id="0" name=""/>
        <dsp:cNvSpPr/>
      </dsp:nvSpPr>
      <dsp:spPr>
        <a:xfrm>
          <a:off x="0" y="355984"/>
          <a:ext cx="11267767" cy="70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Helps manage product stock and track sales efficiently.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Reduces out-of-stock situations and improves customer satisfaction.</a:t>
          </a:r>
        </a:p>
      </dsp:txBody>
      <dsp:txXfrm>
        <a:off x="0" y="355984"/>
        <a:ext cx="11267767" cy="709258"/>
      </dsp:txXfrm>
    </dsp:sp>
    <dsp:sp modelId="{0338EB8D-A7FD-4F6F-B680-FDD5DCBAF09B}">
      <dsp:nvSpPr>
        <dsp:cNvPr id="0" name=""/>
        <dsp:cNvSpPr/>
      </dsp:nvSpPr>
      <dsp:spPr>
        <a:xfrm>
          <a:off x="2929619" y="1082971"/>
          <a:ext cx="8338148" cy="35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.</a:t>
          </a:r>
        </a:p>
      </dsp:txBody>
      <dsp:txXfrm>
        <a:off x="2929619" y="1082971"/>
        <a:ext cx="8338148" cy="354576"/>
      </dsp:txXfrm>
    </dsp:sp>
    <dsp:sp modelId="{B5A44202-CCFB-4C5A-9EF6-89956EBB52B8}">
      <dsp:nvSpPr>
        <dsp:cNvPr id="0" name=""/>
        <dsp:cNvSpPr/>
      </dsp:nvSpPr>
      <dsp:spPr>
        <a:xfrm>
          <a:off x="0" y="1082971"/>
          <a:ext cx="2929619" cy="354576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E-commerce</a:t>
          </a:r>
        </a:p>
      </dsp:txBody>
      <dsp:txXfrm>
        <a:off x="17312" y="1100283"/>
        <a:ext cx="2894995" cy="337264"/>
      </dsp:txXfrm>
    </dsp:sp>
    <dsp:sp modelId="{17918504-3111-4A58-AC46-31574AAD7760}">
      <dsp:nvSpPr>
        <dsp:cNvPr id="0" name=""/>
        <dsp:cNvSpPr/>
      </dsp:nvSpPr>
      <dsp:spPr>
        <a:xfrm>
          <a:off x="0" y="1437548"/>
          <a:ext cx="11267767" cy="70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Enables real-time inventory updates across online platforms.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Ensures accurate order processing and faster delivery.</a:t>
          </a:r>
        </a:p>
      </dsp:txBody>
      <dsp:txXfrm>
        <a:off x="0" y="1437548"/>
        <a:ext cx="11267767" cy="709258"/>
      </dsp:txXfrm>
    </dsp:sp>
    <dsp:sp modelId="{368E36A1-8DB7-4CD1-B0CD-3B1A0AA32D83}">
      <dsp:nvSpPr>
        <dsp:cNvPr id="0" name=""/>
        <dsp:cNvSpPr/>
      </dsp:nvSpPr>
      <dsp:spPr>
        <a:xfrm>
          <a:off x="2929619" y="2164535"/>
          <a:ext cx="8338148" cy="35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.</a:t>
          </a:r>
        </a:p>
      </dsp:txBody>
      <dsp:txXfrm>
        <a:off x="2929619" y="2164535"/>
        <a:ext cx="8338148" cy="354576"/>
      </dsp:txXfrm>
    </dsp:sp>
    <dsp:sp modelId="{FD942107-5CFF-457A-B365-F10B5B404285}">
      <dsp:nvSpPr>
        <dsp:cNvPr id="0" name=""/>
        <dsp:cNvSpPr/>
      </dsp:nvSpPr>
      <dsp:spPr>
        <a:xfrm>
          <a:off x="0" y="2164535"/>
          <a:ext cx="2929619" cy="354576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Warehouses</a:t>
          </a:r>
        </a:p>
      </dsp:txBody>
      <dsp:txXfrm>
        <a:off x="17312" y="2181847"/>
        <a:ext cx="2894995" cy="337264"/>
      </dsp:txXfrm>
    </dsp:sp>
    <dsp:sp modelId="{63C6A66E-60FD-4938-81C6-91D99E3ADBA8}">
      <dsp:nvSpPr>
        <dsp:cNvPr id="0" name=""/>
        <dsp:cNvSpPr/>
      </dsp:nvSpPr>
      <dsp:spPr>
        <a:xfrm>
          <a:off x="0" y="2519112"/>
          <a:ext cx="11267767" cy="70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Track stock movement and storage locations effectively.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Improves organization and reduces handling errors.</a:t>
          </a:r>
        </a:p>
      </dsp:txBody>
      <dsp:txXfrm>
        <a:off x="0" y="2519112"/>
        <a:ext cx="11267767" cy="709258"/>
      </dsp:txXfrm>
    </dsp:sp>
    <dsp:sp modelId="{B03D2475-140F-4EE8-867F-A06CB9DA48DE}">
      <dsp:nvSpPr>
        <dsp:cNvPr id="0" name=""/>
        <dsp:cNvSpPr/>
      </dsp:nvSpPr>
      <dsp:spPr>
        <a:xfrm>
          <a:off x="2929619" y="3246099"/>
          <a:ext cx="8338148" cy="35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.</a:t>
          </a:r>
        </a:p>
      </dsp:txBody>
      <dsp:txXfrm>
        <a:off x="2929619" y="3246099"/>
        <a:ext cx="8338148" cy="354576"/>
      </dsp:txXfrm>
    </dsp:sp>
    <dsp:sp modelId="{BBB278A3-136C-4E00-9EF4-01167799001A}">
      <dsp:nvSpPr>
        <dsp:cNvPr id="0" name=""/>
        <dsp:cNvSpPr/>
      </dsp:nvSpPr>
      <dsp:spPr>
        <a:xfrm>
          <a:off x="0" y="3236228"/>
          <a:ext cx="2929619" cy="354576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Healthcare</a:t>
          </a:r>
        </a:p>
      </dsp:txBody>
      <dsp:txXfrm>
        <a:off x="17312" y="3253540"/>
        <a:ext cx="2894995" cy="337264"/>
      </dsp:txXfrm>
    </dsp:sp>
    <dsp:sp modelId="{367FFEAE-E801-422B-AF63-18E381F2B3C0}">
      <dsp:nvSpPr>
        <dsp:cNvPr id="0" name=""/>
        <dsp:cNvSpPr/>
      </dsp:nvSpPr>
      <dsp:spPr>
        <a:xfrm>
          <a:off x="0" y="3600676"/>
          <a:ext cx="11267767" cy="70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Manages medical supplies and equipment availability.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Ensure timely access to essential items and avoids shortages.</a:t>
          </a:r>
        </a:p>
      </dsp:txBody>
      <dsp:txXfrm>
        <a:off x="0" y="3600676"/>
        <a:ext cx="11267767" cy="709258"/>
      </dsp:txXfrm>
    </dsp:sp>
    <dsp:sp modelId="{CA963A01-7171-480B-8AF7-2C640972C0C1}">
      <dsp:nvSpPr>
        <dsp:cNvPr id="0" name=""/>
        <dsp:cNvSpPr/>
      </dsp:nvSpPr>
      <dsp:spPr>
        <a:xfrm>
          <a:off x="2929619" y="4327663"/>
          <a:ext cx="8338148" cy="3545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.</a:t>
          </a:r>
        </a:p>
      </dsp:txBody>
      <dsp:txXfrm>
        <a:off x="2929619" y="4327663"/>
        <a:ext cx="8338148" cy="354576"/>
      </dsp:txXfrm>
    </dsp:sp>
    <dsp:sp modelId="{771AC7EE-C0A6-48F1-8902-5B2101A6BC3F}">
      <dsp:nvSpPr>
        <dsp:cNvPr id="0" name=""/>
        <dsp:cNvSpPr/>
      </dsp:nvSpPr>
      <dsp:spPr>
        <a:xfrm>
          <a:off x="0" y="4327663"/>
          <a:ext cx="2929619" cy="354576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Manufacturing</a:t>
          </a:r>
        </a:p>
      </dsp:txBody>
      <dsp:txXfrm>
        <a:off x="17312" y="4344975"/>
        <a:ext cx="2894995" cy="337264"/>
      </dsp:txXfrm>
    </dsp:sp>
    <dsp:sp modelId="{2FBE4477-7D1F-4700-AAE8-A2CF29B2819C}">
      <dsp:nvSpPr>
        <dsp:cNvPr id="0" name=""/>
        <dsp:cNvSpPr/>
      </dsp:nvSpPr>
      <dsp:spPr>
        <a:xfrm>
          <a:off x="0" y="4682240"/>
          <a:ext cx="11267767" cy="7092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Monitors raw materials and production inventory levels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400" kern="1200" dirty="0"/>
            <a:t>Supports smooth production flow and reduces delays.</a:t>
          </a:r>
        </a:p>
      </dsp:txBody>
      <dsp:txXfrm>
        <a:off x="0" y="4682240"/>
        <a:ext cx="11267767" cy="7092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abList">
  <dgm:title val="Tab List"/>
  <dgm:desc val="Use to show non-sequential or grouped blocks of information. Works well for lists with a small amount of Level 1 text. The first Level 2 displays next to the Level 1 text  and the remaining Level 2 text appears beneath the Level 1 text."/>
  <dgm:catLst>
    <dgm:cat type="list" pri="4500"/>
    <dgm:cat type="officeonline" pri="11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20">
          <dgm:prSet phldr="1"/>
        </dgm:pt>
        <dgm:pt modelId="21">
          <dgm:prSet phldr="1"/>
        </dgm:pt>
        <dgm:pt modelId="22">
          <dgm:prSet phldr="1"/>
        </dgm:pt>
        <dgm:pt modelId="30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0" srcId="0" destId="10" srcOrd="0" destOrd="0"/>
        <dgm:cxn modelId="41" srcId="10" destId="11" srcOrd="0" destOrd="0"/>
        <dgm:cxn modelId="42" srcId="10" destId="12" srcOrd="0" destOrd="0"/>
        <dgm:cxn modelId="50" srcId="0" destId="20" srcOrd="1" destOrd="0"/>
        <dgm:cxn modelId="51" srcId="20" destId="21" srcOrd="1" destOrd="0"/>
        <dgm:cxn modelId="52" srcId="20" destId="22" srcOrd="1" destOrd="0"/>
        <dgm:cxn modelId="60" srcId="0" destId="30" srcOrd="2" destOrd="0"/>
        <dgm:cxn modelId="61" srcId="30" destId="31" srcOrd="2" destOrd="0"/>
        <dgm:cxn modelId="62" srcId="30" destId="32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/>
      <dgm:chPref val="3"/>
      <dgm:dir/>
      <dgm:animOne val="branch"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w" for="ch" forName="Child" refType="w"/>
      <dgm:constr type="h" for="ch" forName="Child" refType="h" fact="0.6667"/>
      <dgm:constr type="primFontSz" for="des" forName="Parent" op="equ" val="65"/>
      <dgm:constr type="primFontSz" for="des" forName="Child" op="equ" val="65"/>
      <dgm:constr type="primFontSz" for="des" forName="FirstChild" op="equ" val="65"/>
      <dgm:constr type="primFontSz" for="des" forName="Child" refType="primFontSz" refFor="des" refForName="Parent" op="lte"/>
      <dgm:constr type="primFontSz" for="des" forName="FirstChild" refType="primFontSz" refFor="des" refForName="Parent" op="lte"/>
      <dgm:constr type="primFontSz" for="des" forName="Child" refType="primFontSz" refFor="des" refForName="FirstChild" op="lte"/>
      <dgm:constr type="w" for="ch" forName="composite" refType="w"/>
      <dgm:constr type="h" for="ch" forName="composite" refType="h" fact="0.3333"/>
      <dgm:constr type="sp" refType="h" refFor="ch" refForName="composite" op="equ" fact="0.05"/>
      <dgm:constr type="h" for="ch" forName="sibTrans" refType="h" refFor="ch" refForName="composite" op="equ" fact="0.05"/>
      <dgm:constr type="w" for="ch" forName="sibTrans" refType="h" refFor="ch" refForName="sibTrans" op="equ"/>
    </dgm:constrLst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l" for="ch" forName="FirstChild" refType="w" fact="0.26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l" for="ch" forName="Parent" refType="w" fact="0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if>
          <dgm:else name="Name3">
            <dgm:constrLst>
              <dgm:constr type="l" for="ch" forName="Accent" refType="w" fact="0"/>
              <dgm:constr type="b" for="ch" forName="Accent" refType="h"/>
              <dgm:constr type="w" for="ch" forName="Accent" refType="w"/>
              <dgm:constr type="h" for="ch" forName="Accent" refType="h" fact="0"/>
              <dgm:constr type="r" for="ch" forName="FirstChild" refType="w" fact="0.74"/>
              <dgm:constr type="t" for="ch" forName="FirstChild" refType="h" fact="0"/>
              <dgm:constr type="w" for="ch" forName="FirstChild" refType="w" fact="0.74"/>
              <dgm:constr type="h" for="ch" forName="FirstChild" refType="h"/>
              <dgm:constr type="r" for="ch" forName="Parent" refType="w"/>
              <dgm:constr type="t" for="ch" forName="Parent" refType="h" fact="0"/>
              <dgm:constr type="w" for="ch" forName="Parent" refType="w" fact="0.26"/>
              <dgm:constr type="h" for="ch" forName="Parent" refType="h"/>
            </dgm:constrLst>
          </dgm:else>
        </dgm:choose>
        <dgm:layoutNode name="FirstChild" styleLbl="revTx">
          <dgm:varLst>
            <dgm:chMax val="0"/>
            <dgm:chPref val="0"/>
            <dgm:bulletEnabled val="1"/>
          </dgm:varLst>
          <dgm:choose name="Name4">
            <dgm:if name="Name5" func="var" arg="dir" op="equ" val="norm">
              <dgm:alg type="tx">
                <dgm:param type="parTxLTRAlign" val="l"/>
                <dgm:param type="txAnchorVert" val="b"/>
                <dgm:param type="txAnchorVertCh" val="b"/>
                <dgm:param type="parTxRTLAlign" val="l"/>
              </dgm:alg>
            </dgm:if>
            <dgm:else name="Name6">
              <dgm:alg type="tx">
                <dgm:param type="parTxLTRAlign" val="r"/>
                <dgm:param type="shpTxLTRAlignCh" val="r"/>
                <dgm:param type="txAnchorVert" val="b"/>
                <dgm:param type="txAnchorVertCh" val="b"/>
                <dgm:param type="parTxRTLAlign" val="r"/>
              </dgm:alg>
            </dgm:else>
          </dgm:choose>
          <dgm:shape xmlns:r="http://schemas.openxmlformats.org/officeDocument/2006/relationships" type="rect" r:blip="">
            <dgm:adjLst/>
          </dgm:shape>
          <dgm:choose name="Name7">
            <dgm:if name="Name8" axis="ch" ptType="node" func="cnt" op="gte" val="1">
              <dgm:presOf axis="ch desOrSelf" ptType="node node" st="1 1" cnt="1 0"/>
            </dgm:if>
            <dgm:else name="Name9">
              <dgm:presOf/>
            </dgm:else>
          </dgm:choose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Parent" styleLbl="alignNode1">
          <dgm:varLst>
            <dgm:chMax val="3"/>
            <dgm:chPref val="3"/>
            <dgm:bulletEnabled val="1"/>
          </dgm:varLst>
          <dgm:alg type="tx">
            <dgm:param type="shpTxLTRAlignCh" val="ctr"/>
            <dgm:param type="txAnchorVertCh" val="mid"/>
          </dgm:alg>
          <dgm:shape xmlns:r="http://schemas.openxmlformats.org/officeDocument/2006/relationships" type="round2SameRect" r:blip="">
            <dgm:adjLst>
              <dgm:adj idx="1" val="0.1667"/>
              <dgm:adj idx="2" val="0"/>
            </dgm:adjLst>
          </dgm:shape>
          <dgm:presOf axis="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  <dgm:layoutNode name="Accent" styleLbl="parChTrans1D1">
          <dgm:alg type="sp"/>
          <dgm:shape xmlns:r="http://schemas.openxmlformats.org/officeDocument/2006/relationships" type="line" r:blip="" zOrderOff="-99999">
            <dgm:adjLst/>
          </dgm:shape>
          <dgm:presOf/>
        </dgm:layoutNode>
      </dgm:layoutNode>
      <dgm:choose name="Name10">
        <dgm:if name="Name11" axis="ch" ptType="node" st="2" cnt="1" func="cnt" op="gte" val="1">
          <dgm:layoutNode name="Child" styleLbl="revTx">
            <dgm:varLst>
              <dgm:chMax val="0"/>
              <dgm:chPref val="0"/>
              <dgm:bulletEnabled val="1"/>
            </dgm:varLst>
            <dgm:choose name="Name12">
              <dgm:if name="Name13" func="var" arg="dir" op="equ" val="norm">
                <dgm:alg type="tx">
                  <dgm:param type="stBulletLvl" val="1"/>
                  <dgm:param type="parTxLTRAlign" val="l"/>
                  <dgm:param type="parTxRTLAlign" val="l"/>
                  <dgm:param type="txAnchorVert" val="t"/>
                </dgm:alg>
              </dgm:if>
              <dgm:else name="Name14">
                <dgm:alg type="tx">
                  <dgm:param type="stBulletLvl" val="1"/>
                  <dgm:param type="parTxLTRAlign" val="r"/>
                  <dgm:param type="shpTxLTRAlignCh" val="r"/>
                  <dgm:param type="txAnchorVert" val="t"/>
                  <dgm:param type="parTxRTLAlign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ch desOrSelf" ptType="node node" st="2 1" cnt="0 0"/>
            <dgm:constrLst>
              <dgm:constr type="lMarg" refType="primFontSz" fact="0.15"/>
              <dgm:constr type="rMarg" refType="primFontSz" fact="0.15"/>
              <dgm:constr type="tMarg" refType="primFontSz" fact="0.15"/>
              <dgm:constr type="bMarg" refType="primFontSz" fact="0.15"/>
            </dgm:constrLst>
            <dgm:ruleLst>
              <dgm:rule type="primFontSz" val="5" fact="NaN" max="NaN"/>
            </dgm:ruleLst>
          </dgm:layoutNode>
        </dgm:if>
        <dgm:else name="Name15"/>
      </dgm:choos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9/2/quickstyle/3d8">
  <dgm:title val=""/>
  <dgm:desc val=""/>
  <dgm:catLst>
    <dgm:cat type="3D" pri="11800"/>
  </dgm:catLst>
  <dgm:scene3d>
    <a:camera prst="perspectiveHeroicExtremeRightFacing" zoom="82000">
      <a:rot lat="21300000" lon="20400000" rev="180000"/>
    </a:camera>
    <a:lightRig rig="morning" dir="t">
      <a:rot lat="0" lon="0" rev="20400000"/>
    </a:lightRig>
  </dgm:scene3d>
  <dgm:styleLbl name="node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0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60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635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1520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190500" prstMaterial="matte">
      <a:bevelT w="120650" h="38100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extrusionH="63500" prstMaterial="matte">
      <a:bevelT w="4445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190500" prstMaterial="matte">
      <a:bevelT w="120650" h="38100" prst="relaxedInset"/>
      <a:bevelB w="120650" h="571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E493FB-AD72-43B7-BBE7-6755AC285E2D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D3F60D-EB72-46BF-BE88-44B9590EF5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586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60D-EB72-46BF-BE88-44B9590EF5B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93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D3F60D-EB72-46BF-BE88-44B9590EF5B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9317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81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929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733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979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36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854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526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882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6412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90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246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6597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2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26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687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225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1575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89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F22240-0D94-4C01-A0EC-CB1491D9B134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8F776-89EC-49D3-88EC-2D41A86538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156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60FB-3C76-7B15-53C9-EF709EA92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Inventory Management &amp;</a:t>
            </a:r>
            <a:br>
              <a:rPr lang="en-IN" sz="3600" dirty="0"/>
            </a:br>
            <a:r>
              <a:rPr lang="en-IN" sz="3600" dirty="0"/>
              <a:t>Reporting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5CA12B-8FB6-D5EB-33D8-73F02EBB7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Organisation by:</a:t>
            </a:r>
          </a:p>
          <a:p>
            <a:r>
              <a:rPr lang="en-IN" dirty="0"/>
              <a:t> Infosys Springboard</a:t>
            </a: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B4CD07-6B4A-7A9A-79CF-E0F22015E30A}"/>
              </a:ext>
            </a:extLst>
          </p:cNvPr>
          <p:cNvSpPr/>
          <p:nvPr/>
        </p:nvSpPr>
        <p:spPr>
          <a:xfrm>
            <a:off x="9419302" y="4896464"/>
            <a:ext cx="2556387" cy="104222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Presented by : Harish Batch13</a:t>
            </a:r>
          </a:p>
        </p:txBody>
      </p:sp>
    </p:spTree>
    <p:extLst>
      <p:ext uri="{BB962C8B-B14F-4D97-AF65-F5344CB8AC3E}">
        <p14:creationId xmlns:p14="http://schemas.microsoft.com/office/powerpoint/2010/main" val="1172270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53CA0-7023-AA07-30CC-83164D3A1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999EF-54C8-C310-FD68-4185B73F1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1800" dirty="0"/>
              <a:t>1. Introduction</a:t>
            </a:r>
          </a:p>
          <a:p>
            <a:r>
              <a:rPr lang="en-IN" sz="1800" dirty="0"/>
              <a:t>2.problem Statement</a:t>
            </a:r>
          </a:p>
          <a:p>
            <a:r>
              <a:rPr lang="en-IN" sz="1800" dirty="0"/>
              <a:t>3.why build this project</a:t>
            </a:r>
          </a:p>
          <a:p>
            <a:r>
              <a:rPr lang="en-IN" sz="1800" dirty="0"/>
              <a:t>4.Technology Stack</a:t>
            </a:r>
          </a:p>
          <a:p>
            <a:r>
              <a:rPr lang="en-IN" sz="1800" dirty="0"/>
              <a:t>5..Architecture</a:t>
            </a:r>
          </a:p>
          <a:p>
            <a:r>
              <a:rPr lang="en-IN" sz="1800" dirty="0"/>
              <a:t>6..Controller Layer</a:t>
            </a:r>
          </a:p>
          <a:p>
            <a:r>
              <a:rPr lang="en-IN" sz="1800" dirty="0"/>
              <a:t>7 .Service Layer</a:t>
            </a:r>
          </a:p>
          <a:p>
            <a:r>
              <a:rPr lang="en-IN" sz="1800" dirty="0"/>
              <a:t>8 .Execution Flow</a:t>
            </a:r>
          </a:p>
          <a:p>
            <a:r>
              <a:rPr lang="en-IN" sz="1800" dirty="0"/>
              <a:t>9 .Achievements</a:t>
            </a:r>
          </a:p>
          <a:p>
            <a:r>
              <a:rPr lang="en-IN" sz="1800" dirty="0"/>
              <a:t>10.Aplications</a:t>
            </a:r>
          </a:p>
          <a:p>
            <a:r>
              <a:rPr lang="en-IN" sz="1800" dirty="0"/>
              <a:t>11.Conclusion </a:t>
            </a:r>
          </a:p>
        </p:txBody>
      </p:sp>
    </p:spTree>
    <p:extLst>
      <p:ext uri="{BB962C8B-B14F-4D97-AF65-F5344CB8AC3E}">
        <p14:creationId xmlns:p14="http://schemas.microsoft.com/office/powerpoint/2010/main" val="2524268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ABD3-7DD4-5598-8F33-48A73835D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510CA-C8A7-E4B2-46F2-19CEA7561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Inventory Management System helps manage stock efficiently.  </a:t>
            </a:r>
          </a:p>
          <a:p>
            <a:r>
              <a:rPr lang="en-US" dirty="0"/>
              <a:t>Built using Spring Boot and </a:t>
            </a:r>
            <a:r>
              <a:rPr lang="en-US" dirty="0" err="1"/>
              <a:t>Thymeleaf</a:t>
            </a:r>
            <a:r>
              <a:rPr lang="en-US" dirty="0"/>
              <a:t>.  </a:t>
            </a:r>
          </a:p>
          <a:p>
            <a:r>
              <a:rPr lang="en-US" dirty="0"/>
              <a:t>Follows MVC architecture.  </a:t>
            </a:r>
          </a:p>
          <a:p>
            <a:r>
              <a:rPr lang="en-US" dirty="0"/>
              <a:t>Provides real-time updates.  </a:t>
            </a:r>
          </a:p>
          <a:p>
            <a:r>
              <a:rPr lang="en-US" dirty="0"/>
              <a:t>Reduces manual errors.  </a:t>
            </a:r>
          </a:p>
          <a:p>
            <a:r>
              <a:rPr lang="en-US" dirty="0"/>
              <a:t>Improves productivity.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363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1235D-21D9-0A31-0C40-9CB94B7A8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6A5B41A1-DA13-7EA4-8621-B2F51F1051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7231569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387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24E8-F8D7-596D-E186-29EDE3F84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Build This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82532-CE5C-E844-310D-AF399C11A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solve inventory management problems.  </a:t>
            </a:r>
          </a:p>
          <a:p>
            <a:r>
              <a:rPr lang="en-US" dirty="0"/>
              <a:t>To learn Spring Boot practically.  </a:t>
            </a:r>
          </a:p>
          <a:p>
            <a:r>
              <a:rPr lang="en-US" dirty="0"/>
              <a:t>To understand real-time systems.  </a:t>
            </a:r>
          </a:p>
          <a:p>
            <a:r>
              <a:rPr lang="en-US" dirty="0"/>
              <a:t>To build strong project for resume.  </a:t>
            </a:r>
          </a:p>
          <a:p>
            <a:r>
              <a:rPr lang="en-US" dirty="0"/>
              <a:t>To improve coding skills.  </a:t>
            </a:r>
          </a:p>
          <a:p>
            <a:r>
              <a:rPr lang="en-US" dirty="0"/>
              <a:t>To gain industry knowledge.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257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770C2-F52C-18E5-88D8-94C1966FC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EDF26-9C6A-5125-F900-2A959604A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Backend: Spring Boot</a:t>
            </a:r>
          </a:p>
          <a:p>
            <a:r>
              <a:rPr lang="en-IN" dirty="0"/>
              <a:t>Frontend: </a:t>
            </a:r>
            <a:r>
              <a:rPr lang="en-IN" dirty="0" err="1"/>
              <a:t>Thymeleaf</a:t>
            </a:r>
            <a:endParaRPr lang="en-IN" dirty="0"/>
          </a:p>
          <a:p>
            <a:r>
              <a:rPr lang="en-IN" dirty="0"/>
              <a:t>Database: MYSQL</a:t>
            </a:r>
          </a:p>
          <a:p>
            <a:r>
              <a:rPr lang="en-IN" dirty="0"/>
              <a:t>ORM: Hibernate/JPA</a:t>
            </a:r>
          </a:p>
          <a:p>
            <a:r>
              <a:rPr lang="en-IN" dirty="0"/>
              <a:t>Tools: </a:t>
            </a:r>
            <a:r>
              <a:rPr lang="en-IN" dirty="0" err="1"/>
              <a:t>Intellij,Maven</a:t>
            </a:r>
            <a:endParaRPr lang="en-IN" dirty="0"/>
          </a:p>
          <a:p>
            <a:r>
              <a:rPr lang="en-IN" dirty="0" err="1"/>
              <a:t>Language:Java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2997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B6AC-8684-9B1A-B15B-EF9A1D1F1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48AF51B-D9F8-A99F-B2F0-50B7C3567C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9476275"/>
              </p:ext>
            </p:extLst>
          </p:nvPr>
        </p:nvGraphicFramePr>
        <p:xfrm>
          <a:off x="685800" y="2193925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81891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2D38-EFFA-C460-93B4-BA3E97B8F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Execution Flow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92EA73A-D394-2791-B015-AE752B698D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057022"/>
              </p:ext>
            </p:extLst>
          </p:nvPr>
        </p:nvGraphicFramePr>
        <p:xfrm>
          <a:off x="725130" y="2213590"/>
          <a:ext cx="10820400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742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E450-289E-79B3-94CE-B7AE13A6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Achivements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1006F-AE47-7129-9A65-16373EC57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Implemented CRUD operations  </a:t>
            </a:r>
          </a:p>
          <a:p>
            <a:r>
              <a:rPr lang="en-US" dirty="0"/>
              <a:t>Created dashboard  </a:t>
            </a:r>
          </a:p>
          <a:p>
            <a:r>
              <a:rPr lang="en-US" dirty="0"/>
              <a:t>Added CSV export feature  </a:t>
            </a:r>
          </a:p>
          <a:p>
            <a:r>
              <a:rPr lang="en-US" dirty="0"/>
              <a:t>Used MVC architecture  </a:t>
            </a:r>
          </a:p>
          <a:p>
            <a:r>
              <a:rPr lang="en-US" dirty="0"/>
              <a:t>Handled transactions  </a:t>
            </a:r>
          </a:p>
          <a:p>
            <a:r>
              <a:rPr lang="en-US" dirty="0"/>
              <a:t>Improved UI design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829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BA37C-1E07-3B23-F316-3AFAB4EB7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936" y="0"/>
            <a:ext cx="8610600" cy="1293028"/>
          </a:xfrm>
        </p:spPr>
        <p:txBody>
          <a:bodyPr/>
          <a:lstStyle/>
          <a:p>
            <a:r>
              <a:rPr lang="en-IN" dirty="0"/>
              <a:t>Applications</a:t>
            </a: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9B0402FC-9939-0B61-7FA1-7F90D28D98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6311422"/>
              </p:ext>
            </p:extLst>
          </p:nvPr>
        </p:nvGraphicFramePr>
        <p:xfrm>
          <a:off x="432619" y="1293028"/>
          <a:ext cx="11267768" cy="5392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1445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BE65-A5B2-24D8-2CC8-02F89C51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54661-B9F9-441D-A7DA-93A3F04DA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The Inventory Management and Reporting System improves efficiency by automating inventory processes and reducing manual </a:t>
            </a:r>
            <a:r>
              <a:rPr lang="en-US" dirty="0" err="1"/>
              <a:t>errors.It</a:t>
            </a:r>
            <a:r>
              <a:rPr lang="en-US" dirty="0"/>
              <a:t> provides real-time tracking, helping businesses make faster and better </a:t>
            </a:r>
            <a:r>
              <a:rPr lang="en-US" dirty="0" err="1"/>
              <a:t>decisions.The</a:t>
            </a:r>
            <a:r>
              <a:rPr lang="en-US" dirty="0"/>
              <a:t> system is user-friendly, reliable, and designed to handle future </a:t>
            </a:r>
            <a:r>
              <a:rPr lang="en-US" dirty="0" err="1"/>
              <a:t>scalability.This</a:t>
            </a:r>
            <a:r>
              <a:rPr lang="en-US" dirty="0"/>
              <a:t> project enhanced our practical knowledge of full-stack development and system </a:t>
            </a:r>
            <a:r>
              <a:rPr lang="en-US" dirty="0" err="1"/>
              <a:t>design.Overall</a:t>
            </a:r>
            <a:r>
              <a:rPr lang="en-US" dirty="0"/>
              <a:t>, it serves as a smart and effective solution for inventory management.</a:t>
            </a:r>
          </a:p>
          <a:p>
            <a:endParaRPr lang="en-US" dirty="0"/>
          </a:p>
          <a:p>
            <a:r>
              <a:rPr lang="en-US" dirty="0"/>
              <a:t>“Great systems are built not just to manage tasks, but to empower decisions.”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8B8ECE-4024-2CCC-84B3-0D8CF90EA2DB}"/>
              </a:ext>
            </a:extLst>
          </p:cNvPr>
          <p:cNvSpPr/>
          <p:nvPr/>
        </p:nvSpPr>
        <p:spPr>
          <a:xfrm>
            <a:off x="727587" y="2231923"/>
            <a:ext cx="10778613" cy="3932903"/>
          </a:xfrm>
          <a:prstGeom prst="rect">
            <a:avLst/>
          </a:prstGeom>
          <a:solidFill>
            <a:schemeClr val="tx1">
              <a:lumMod val="6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Inventory Management and Reporting System improves efficiency by automating inventory processes and reducing manual </a:t>
            </a:r>
            <a:r>
              <a:rPr lang="en-US" dirty="0" err="1"/>
              <a:t>errors.It</a:t>
            </a:r>
            <a:r>
              <a:rPr lang="en-US" dirty="0"/>
              <a:t> provides real-time tracking, helping businesses make faster and better </a:t>
            </a:r>
            <a:r>
              <a:rPr lang="en-US" dirty="0" err="1"/>
              <a:t>decisions.The</a:t>
            </a:r>
            <a:r>
              <a:rPr lang="en-US" dirty="0"/>
              <a:t> system is user-friendly, reliable, and designed to handle future </a:t>
            </a:r>
            <a:r>
              <a:rPr lang="en-US" dirty="0" err="1"/>
              <a:t>scalability.This</a:t>
            </a:r>
            <a:r>
              <a:rPr lang="en-US" dirty="0"/>
              <a:t> project enhanced our practical knowledge of full-stack development and system </a:t>
            </a:r>
            <a:r>
              <a:rPr lang="en-US" dirty="0" err="1"/>
              <a:t>design.Overall</a:t>
            </a:r>
            <a:r>
              <a:rPr lang="en-US" dirty="0"/>
              <a:t>, it serves as a smart and effective solution for inventory management.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project has successfully met all academic objectives while laying a strong foundation for real-world  inventory system deployment.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2819D5-29D3-1DD6-CF91-D56A14C3A869}"/>
              </a:ext>
            </a:extLst>
          </p:cNvPr>
          <p:cNvSpPr/>
          <p:nvPr/>
        </p:nvSpPr>
        <p:spPr>
          <a:xfrm>
            <a:off x="816077" y="2389237"/>
            <a:ext cx="2517058" cy="550607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Project summary</a:t>
            </a:r>
          </a:p>
        </p:txBody>
      </p:sp>
    </p:spTree>
    <p:extLst>
      <p:ext uri="{BB962C8B-B14F-4D97-AF65-F5344CB8AC3E}">
        <p14:creationId xmlns:p14="http://schemas.microsoft.com/office/powerpoint/2010/main" val="3746947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3256-690C-9208-0A57-ADD88E3D5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pic>
        <p:nvPicPr>
          <p:cNvPr id="14" name="Content Placeholder 13" descr="Monitor with solid fill">
            <a:extLst>
              <a:ext uri="{FF2B5EF4-FFF2-40B4-BE49-F238E27FC236}">
                <a16:creationId xmlns:a16="http://schemas.microsoft.com/office/drawing/2014/main" id="{B6B817EF-71A6-1B08-2711-E320B01560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72581" y="1002889"/>
            <a:ext cx="5109946" cy="4021395"/>
          </a:xfr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A513DB2-4255-5A55-BABC-E8B532D91F6C}"/>
              </a:ext>
            </a:extLst>
          </p:cNvPr>
          <p:cNvSpPr/>
          <p:nvPr/>
        </p:nvSpPr>
        <p:spPr>
          <a:xfrm>
            <a:off x="3785420" y="1848465"/>
            <a:ext cx="3677264" cy="180913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Thank you!</a:t>
            </a:r>
          </a:p>
          <a:p>
            <a:pPr algn="ctr"/>
            <a:endParaRPr lang="en-IN" dirty="0"/>
          </a:p>
          <a:p>
            <a:pPr algn="ctr"/>
            <a:r>
              <a:rPr lang="en-IN" sz="2000" b="1" dirty="0"/>
              <a:t>Inventory Management &amp; Reporting System</a:t>
            </a:r>
          </a:p>
          <a:p>
            <a:pPr algn="ctr"/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526A6E-684C-38B5-5FA3-7BB48247D588}"/>
              </a:ext>
            </a:extLst>
          </p:cNvPr>
          <p:cNvSpPr/>
          <p:nvPr/>
        </p:nvSpPr>
        <p:spPr>
          <a:xfrm>
            <a:off x="894735" y="5147188"/>
            <a:ext cx="10078065" cy="141584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i="1" dirty="0">
                <a:solidFill>
                  <a:srgbClr val="7030A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Thankyou for your time and attention. We welcome your questions and feedback</a:t>
            </a:r>
          </a:p>
        </p:txBody>
      </p:sp>
      <p:pic>
        <p:nvPicPr>
          <p:cNvPr id="7" name="Graphic 6" descr="Pin with solid fill">
            <a:extLst>
              <a:ext uri="{FF2B5EF4-FFF2-40B4-BE49-F238E27FC236}">
                <a16:creationId xmlns:a16="http://schemas.microsoft.com/office/drawing/2014/main" id="{4AC2BA2E-FD5D-2FA5-BE83-8D89D871D8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1109" y="5496232"/>
            <a:ext cx="373626" cy="37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829874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260</TotalTime>
  <Words>531</Words>
  <Application>Microsoft Office PowerPoint</Application>
  <PresentationFormat>Widescreen</PresentationFormat>
  <Paragraphs>114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Century Gothic</vt:lpstr>
      <vt:lpstr>Vapor Trail</vt:lpstr>
      <vt:lpstr>Inventory Management &amp; Reporting System</vt:lpstr>
      <vt:lpstr>Table of Content</vt:lpstr>
      <vt:lpstr>Introduction</vt:lpstr>
      <vt:lpstr>Problem Statement</vt:lpstr>
      <vt:lpstr>Why Build This Project</vt:lpstr>
      <vt:lpstr>Technology Stack</vt:lpstr>
      <vt:lpstr>System Architecture</vt:lpstr>
      <vt:lpstr>Execution Flow</vt:lpstr>
      <vt:lpstr>Achivements</vt:lpstr>
      <vt:lpstr>Applications</vt:lpstr>
      <vt:lpstr>Conclusion</vt:lpstr>
      <vt:lpstr>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majjih65@gmail.com</dc:creator>
  <cp:lastModifiedBy>majjih65@gmail.com</cp:lastModifiedBy>
  <cp:revision>2</cp:revision>
  <dcterms:created xsi:type="dcterms:W3CDTF">2026-03-22T12:15:53Z</dcterms:created>
  <dcterms:modified xsi:type="dcterms:W3CDTF">2026-03-27T17:44:58Z</dcterms:modified>
</cp:coreProperties>
</file>